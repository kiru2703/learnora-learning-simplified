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259" r:id="rId3"/>
    <p:sldId id="263" r:id="rId4"/>
    <p:sldId id="264" r:id="rId5"/>
    <p:sldId id="257" r:id="rId6"/>
    <p:sldId id="258" r:id="rId7"/>
    <p:sldId id="267" r:id="rId8"/>
    <p:sldId id="266" r:id="rId9"/>
    <p:sldId id="261" r:id="rId10"/>
    <p:sldId id="26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2B91"/>
    <a:srgbClr val="9148C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ED4DE-4331-5736-7B55-B9F9704B04CD}" v="4" dt="2026-05-20T03:38:11.669"/>
    <p1510:client id="{0BEE74DF-46E2-637C-453C-B8B6BE370A65}" v="67" dt="2026-05-19T08:17:37.268"/>
    <p1510:client id="{12B4319A-931A-68F7-2224-1C5BED5A8F07}" v="17" dt="2026-05-19T07:42:06.716"/>
    <p1510:client id="{1DE578CE-C373-1930-1CFA-F8508D452087}" v="319" dt="2026-05-20T06:31:06.570"/>
    <p1510:client id="{2229A98D-0879-6210-40D0-F48C46458286}" v="4" dt="2026-05-19T09:04:23.084"/>
    <p1510:client id="{4B80950F-6A60-4F1D-813B-91C848EF16EB}" v="2680" dt="2026-05-20T06:23:15.494"/>
    <p1510:client id="{6F8622F3-B8A4-90B2-BE32-BB7AE7F99300}" v="101" dt="2026-05-19T08:48:00.737"/>
    <p1510:client id="{9658EB81-08A7-BA5C-146F-3BB4EDDCBAD0}" v="1155" dt="2026-05-19T16:20:00.071"/>
    <p1510:client id="{98C354B4-8C78-EDC7-D58B-F9ECA7CCBC3D}" v="16" dt="2026-05-19T11:50:35.793"/>
    <p1510:client id="{F64EDE46-E0AC-2400-28C0-A964CE8DB7E7}" v="161" dt="2026-05-20T03:56:35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64EDE46-E0AC-2400-28C0-A964CE8DB7E7}"/>
    <pc:docChg chg="modSld">
      <pc:chgData name="Guest User" userId="" providerId="Windows Live" clId="Web-{F64EDE46-E0AC-2400-28C0-A964CE8DB7E7}" dt="2026-05-20T03:56:35.241" v="155" actId="20577"/>
      <pc:docMkLst>
        <pc:docMk/>
      </pc:docMkLst>
      <pc:sldChg chg="modSp">
        <pc:chgData name="Guest User" userId="" providerId="Windows Live" clId="Web-{F64EDE46-E0AC-2400-28C0-A964CE8DB7E7}" dt="2026-05-20T03:56:35.241" v="155" actId="20577"/>
        <pc:sldMkLst>
          <pc:docMk/>
          <pc:sldMk cId="2066281814" sldId="261"/>
        </pc:sldMkLst>
        <pc:spChg chg="mod">
          <ac:chgData name="Guest User" userId="" providerId="Windows Live" clId="Web-{F64EDE46-E0AC-2400-28C0-A964CE8DB7E7}" dt="2026-05-20T03:56:35.241" v="155" actId="20577"/>
          <ac:spMkLst>
            <pc:docMk/>
            <pc:sldMk cId="2066281814" sldId="261"/>
            <ac:spMk id="2" creationId="{74E96D2C-E922-4B03-9FDA-F2A3F37680E9}"/>
          </ac:spMkLst>
        </pc:spChg>
      </pc:sldChg>
      <pc:sldChg chg="addSp delSp modSp mod modShow">
        <pc:chgData name="Guest User" userId="" providerId="Windows Live" clId="Web-{F64EDE46-E0AC-2400-28C0-A964CE8DB7E7}" dt="2026-05-20T03:50:31.869" v="154" actId="20577"/>
        <pc:sldMkLst>
          <pc:docMk/>
          <pc:sldMk cId="3162565040" sldId="268"/>
        </pc:sldMkLst>
        <pc:spChg chg="mod">
          <ac:chgData name="Guest User" userId="" providerId="Windows Live" clId="Web-{F64EDE46-E0AC-2400-28C0-A964CE8DB7E7}" dt="2026-05-20T03:35:10.603" v="119" actId="20577"/>
          <ac:spMkLst>
            <pc:docMk/>
            <pc:sldMk cId="3162565040" sldId="268"/>
            <ac:spMk id="2" creationId="{AB0D60E2-6692-B3A4-C6DE-284215FBC669}"/>
          </ac:spMkLst>
        </pc:spChg>
        <pc:spChg chg="mod">
          <ac:chgData name="Guest User" userId="" providerId="Windows Live" clId="Web-{F64EDE46-E0AC-2400-28C0-A964CE8DB7E7}" dt="2026-05-20T03:35:14.947" v="120" actId="1076"/>
          <ac:spMkLst>
            <pc:docMk/>
            <pc:sldMk cId="3162565040" sldId="268"/>
            <ac:spMk id="3" creationId="{C2304262-045F-31CE-7B8E-E7438DFC5830}"/>
          </ac:spMkLst>
        </pc:spChg>
        <pc:spChg chg="del">
          <ac:chgData name="Guest User" userId="" providerId="Windows Live" clId="Web-{F64EDE46-E0AC-2400-28C0-A964CE8DB7E7}" dt="2026-05-20T03:29:52.342" v="6"/>
          <ac:spMkLst>
            <pc:docMk/>
            <pc:sldMk cId="3162565040" sldId="268"/>
            <ac:spMk id="4" creationId="{FE5BE8A4-1B5C-3BD2-55F9-5C4B84567102}"/>
          </ac:spMkLst>
        </pc:spChg>
        <pc:spChg chg="add mod">
          <ac:chgData name="Guest User" userId="" providerId="Windows Live" clId="Web-{F64EDE46-E0AC-2400-28C0-A964CE8DB7E7}" dt="2026-05-20T03:50:31.869" v="154" actId="20577"/>
          <ac:spMkLst>
            <pc:docMk/>
            <pc:sldMk cId="3162565040" sldId="268"/>
            <ac:spMk id="7" creationId="{CFA55635-7E31-40D7-A073-E896E2A35203}"/>
          </ac:spMkLst>
        </pc:spChg>
        <pc:picChg chg="add del mod">
          <ac:chgData name="Guest User" userId="" providerId="Windows Live" clId="Web-{F64EDE46-E0AC-2400-28C0-A964CE8DB7E7}" dt="2026-05-20T03:36:20.840" v="124"/>
          <ac:picMkLst>
            <pc:docMk/>
            <pc:sldMk cId="3162565040" sldId="268"/>
            <ac:picMk id="5" creationId="{24A00C8A-F6F8-FA46-DE1C-F4C474AD0916}"/>
          </ac:picMkLst>
        </pc:picChg>
        <pc:picChg chg="add mod">
          <ac:chgData name="Guest User" userId="" providerId="Windows Live" clId="Web-{F64EDE46-E0AC-2400-28C0-A964CE8DB7E7}" dt="2026-05-20T03:48:02.349" v="151" actId="1076"/>
          <ac:picMkLst>
            <pc:docMk/>
            <pc:sldMk cId="3162565040" sldId="268"/>
            <ac:picMk id="8" creationId="{0D633F20-6247-7B34-091F-E005C2FB3C89}"/>
          </ac:picMkLst>
        </pc:picChg>
        <pc:picChg chg="add mod">
          <ac:chgData name="Guest User" userId="" providerId="Windows Live" clId="Web-{F64EDE46-E0AC-2400-28C0-A964CE8DB7E7}" dt="2026-05-20T03:48:05.177" v="152" actId="1076"/>
          <ac:picMkLst>
            <pc:docMk/>
            <pc:sldMk cId="3162565040" sldId="268"/>
            <ac:picMk id="9" creationId="{E3B8C015-EF23-4D77-5C8A-93C88896FC69}"/>
          </ac:picMkLst>
        </pc:picChg>
        <pc:picChg chg="add mod">
          <ac:chgData name="Guest User" userId="" providerId="Windows Live" clId="Web-{F64EDE46-E0AC-2400-28C0-A964CE8DB7E7}" dt="2026-05-20T03:48:09.021" v="153" actId="1076"/>
          <ac:picMkLst>
            <pc:docMk/>
            <pc:sldMk cId="3162565040" sldId="268"/>
            <ac:picMk id="10" creationId="{C02420F2-9A95-5135-52B2-50B850CD3956}"/>
          </ac:picMkLst>
        </pc:picChg>
      </pc:sldChg>
    </pc:docChg>
  </pc:docChgLst>
  <pc:docChgLst>
    <pc:chgData name="Guest User" providerId="Windows Live" clId="Web-{042ED4DE-4331-5736-7B55-B9F9704B04CD}"/>
    <pc:docChg chg="modSld">
      <pc:chgData name="Guest User" userId="" providerId="Windows Live" clId="Web-{042ED4DE-4331-5736-7B55-B9F9704B04CD}" dt="2026-05-20T03:38:11.669" v="3" actId="1076"/>
      <pc:docMkLst>
        <pc:docMk/>
      </pc:docMkLst>
      <pc:sldChg chg="modSp">
        <pc:chgData name="Guest User" userId="" providerId="Windows Live" clId="Web-{042ED4DE-4331-5736-7B55-B9F9704B04CD}" dt="2026-05-20T03:38:11.669" v="3" actId="1076"/>
        <pc:sldMkLst>
          <pc:docMk/>
          <pc:sldMk cId="359732054" sldId="263"/>
        </pc:sldMkLst>
        <pc:picChg chg="mod">
          <ac:chgData name="Guest User" userId="" providerId="Windows Live" clId="Web-{042ED4DE-4331-5736-7B55-B9F9704B04CD}" dt="2026-05-20T03:38:11.669" v="3" actId="1076"/>
          <ac:picMkLst>
            <pc:docMk/>
            <pc:sldMk cId="359732054" sldId="263"/>
            <ac:picMk id="5" creationId="{04A1DFE8-F7CB-189F-69E6-FE57C5357CAB}"/>
          </ac:picMkLst>
        </pc:picChg>
      </pc:sldChg>
    </pc:docChg>
  </pc:docChgLst>
  <pc:docChgLst>
    <pc:chgData name="Guest User" providerId="Windows Live" clId="Web-{2229A98D-0879-6210-40D0-F48C46458286}"/>
    <pc:docChg chg="modSld">
      <pc:chgData name="Guest User" userId="" providerId="Windows Live" clId="Web-{2229A98D-0879-6210-40D0-F48C46458286}" dt="2026-05-19T09:04:23.116" v="5" actId="20577"/>
      <pc:docMkLst>
        <pc:docMk/>
      </pc:docMkLst>
      <pc:sldChg chg="modSp">
        <pc:chgData name="Guest User" userId="" providerId="Windows Live" clId="Web-{2229A98D-0879-6210-40D0-F48C46458286}" dt="2026-05-19T09:04:23.116" v="5" actId="20577"/>
        <pc:sldMkLst>
          <pc:docMk/>
          <pc:sldMk cId="2066281814" sldId="261"/>
        </pc:sldMkLst>
        <pc:spChg chg="mod">
          <ac:chgData name="Guest User" userId="" providerId="Windows Live" clId="Web-{2229A98D-0879-6210-40D0-F48C46458286}" dt="2026-05-19T09:04:23.116" v="5" actId="20577"/>
          <ac:spMkLst>
            <pc:docMk/>
            <pc:sldMk cId="2066281814" sldId="261"/>
            <ac:spMk id="3" creationId="{00F5DD1C-4CB7-291F-227F-DFE3A3B9D71F}"/>
          </ac:spMkLst>
        </pc:spChg>
      </pc:sldChg>
    </pc:docChg>
  </pc:docChgLst>
  <pc:docChgLst>
    <pc:chgData name="Guest User" providerId="Windows Live" clId="Web-{6F8622F3-B8A4-90B2-BE32-BB7AE7F99300}"/>
    <pc:docChg chg="addSld modSld">
      <pc:chgData name="Guest User" userId="" providerId="Windows Live" clId="Web-{6F8622F3-B8A4-90B2-BE32-BB7AE7F99300}" dt="2026-05-19T08:48:00.737" v="102"/>
      <pc:docMkLst>
        <pc:docMk/>
      </pc:docMkLst>
      <pc:sldChg chg="modSp">
        <pc:chgData name="Guest User" userId="" providerId="Windows Live" clId="Web-{6F8622F3-B8A4-90B2-BE32-BB7AE7F99300}" dt="2026-05-19T06:56:44.261" v="37" actId="14100"/>
        <pc:sldMkLst>
          <pc:docMk/>
          <pc:sldMk cId="3803731703" sldId="259"/>
        </pc:sldMkLst>
        <pc:spChg chg="mod">
          <ac:chgData name="Guest User" userId="" providerId="Windows Live" clId="Web-{6F8622F3-B8A4-90B2-BE32-BB7AE7F99300}" dt="2026-05-19T06:56:30.276" v="36" actId="20577"/>
          <ac:spMkLst>
            <pc:docMk/>
            <pc:sldMk cId="3803731703" sldId="259"/>
            <ac:spMk id="2" creationId="{7AA7B176-6CD5-D9A4-3B4B-F824F0ADEFD3}"/>
          </ac:spMkLst>
        </pc:spChg>
        <pc:spChg chg="mod">
          <ac:chgData name="Guest User" userId="" providerId="Windows Live" clId="Web-{6F8622F3-B8A4-90B2-BE32-BB7AE7F99300}" dt="2026-05-19T06:56:44.261" v="37" actId="14100"/>
          <ac:spMkLst>
            <pc:docMk/>
            <pc:sldMk cId="3803731703" sldId="259"/>
            <ac:spMk id="3" creationId="{607A9E10-FF5C-408E-1081-21B203D56542}"/>
          </ac:spMkLst>
        </pc:spChg>
      </pc:sldChg>
      <pc:sldChg chg="modSp new">
        <pc:chgData name="Guest User" userId="" providerId="Windows Live" clId="Web-{6F8622F3-B8A4-90B2-BE32-BB7AE7F99300}" dt="2026-05-19T08:00:51.856" v="56" actId="1076"/>
        <pc:sldMkLst>
          <pc:docMk/>
          <pc:sldMk cId="3325940610" sldId="262"/>
        </pc:sldMkLst>
        <pc:spChg chg="mod">
          <ac:chgData name="Guest User" userId="" providerId="Windows Live" clId="Web-{6F8622F3-B8A4-90B2-BE32-BB7AE7F99300}" dt="2026-05-19T07:59:15.478" v="45" actId="20577"/>
          <ac:spMkLst>
            <pc:docMk/>
            <pc:sldMk cId="3325940610" sldId="262"/>
            <ac:spMk id="2" creationId="{77D8E08E-FAA2-7EEE-913A-2D23DCFAC3DA}"/>
          </ac:spMkLst>
        </pc:spChg>
        <pc:spChg chg="mod">
          <ac:chgData name="Guest User" userId="" providerId="Windows Live" clId="Web-{6F8622F3-B8A4-90B2-BE32-BB7AE7F99300}" dt="2026-05-19T08:00:51.856" v="56" actId="1076"/>
          <ac:spMkLst>
            <pc:docMk/>
            <pc:sldMk cId="3325940610" sldId="262"/>
            <ac:spMk id="3" creationId="{61DF2B0F-EEFC-755B-A224-57FA9598E1D6}"/>
          </ac:spMkLst>
        </pc:spChg>
      </pc:sldChg>
      <pc:sldChg chg="addSp delSp modSp new mod setBg">
        <pc:chgData name="Guest User" userId="" providerId="Windows Live" clId="Web-{6F8622F3-B8A4-90B2-BE32-BB7AE7F99300}" dt="2026-05-19T08:23:04.590" v="99"/>
        <pc:sldMkLst>
          <pc:docMk/>
          <pc:sldMk cId="359732054" sldId="263"/>
        </pc:sldMkLst>
        <pc:spChg chg="del">
          <ac:chgData name="Guest User" userId="" providerId="Windows Live" clId="Web-{6F8622F3-B8A4-90B2-BE32-BB7AE7F99300}" dt="2026-05-19T08:13:28.947" v="58"/>
          <ac:spMkLst>
            <pc:docMk/>
            <pc:sldMk cId="359732054" sldId="263"/>
            <ac:spMk id="2" creationId="{DA39206C-EC43-E680-230F-01843913217E}"/>
          </ac:spMkLst>
        </pc:spChg>
        <pc:spChg chg="del mod">
          <ac:chgData name="Guest User" userId="" providerId="Windows Live" clId="Web-{6F8622F3-B8A4-90B2-BE32-BB7AE7F99300}" dt="2026-05-19T08:13:51.635" v="60"/>
          <ac:spMkLst>
            <pc:docMk/>
            <pc:sldMk cId="359732054" sldId="263"/>
            <ac:spMk id="3" creationId="{CB16F370-72EF-24BB-539E-4A028394390D}"/>
          </ac:spMkLst>
        </pc:spChg>
        <pc:picChg chg="add mod ord">
          <ac:chgData name="Guest User" userId="" providerId="Windows Live" clId="Web-{6F8622F3-B8A4-90B2-BE32-BB7AE7F99300}" dt="2026-05-19T08:23:04.590" v="99"/>
          <ac:picMkLst>
            <pc:docMk/>
            <pc:sldMk cId="359732054" sldId="263"/>
            <ac:picMk id="4" creationId="{4470020F-906B-6D2F-C78C-E40820ED63AE}"/>
          </ac:picMkLst>
        </pc:picChg>
        <pc:picChg chg="add mod">
          <ac:chgData name="Guest User" userId="" providerId="Windows Live" clId="Web-{6F8622F3-B8A4-90B2-BE32-BB7AE7F99300}" dt="2026-05-19T08:23:04.590" v="99"/>
          <ac:picMkLst>
            <pc:docMk/>
            <pc:sldMk cId="359732054" sldId="263"/>
            <ac:picMk id="5" creationId="{04A1DFE8-F7CB-189F-69E6-FE57C5357CAB}"/>
          </ac:picMkLst>
        </pc:picChg>
        <pc:picChg chg="add mod ord">
          <ac:chgData name="Guest User" userId="" providerId="Windows Live" clId="Web-{6F8622F3-B8A4-90B2-BE32-BB7AE7F99300}" dt="2026-05-19T08:23:04.590" v="99"/>
          <ac:picMkLst>
            <pc:docMk/>
            <pc:sldMk cId="359732054" sldId="263"/>
            <ac:picMk id="6" creationId="{7F5E03AA-A2B0-5D2D-4F8C-B960D8F96A6F}"/>
          </ac:picMkLst>
        </pc:picChg>
        <pc:picChg chg="add mod">
          <ac:chgData name="Guest User" userId="" providerId="Windows Live" clId="Web-{6F8622F3-B8A4-90B2-BE32-BB7AE7F99300}" dt="2026-05-19T08:23:04.590" v="99"/>
          <ac:picMkLst>
            <pc:docMk/>
            <pc:sldMk cId="359732054" sldId="263"/>
            <ac:picMk id="7" creationId="{B41A4F68-3314-A460-F673-8496D982A079}"/>
          </ac:picMkLst>
        </pc:picChg>
        <pc:cxnChg chg="add">
          <ac:chgData name="Guest User" userId="" providerId="Windows Live" clId="Web-{6F8622F3-B8A4-90B2-BE32-BB7AE7F99300}" dt="2026-05-19T08:23:04.590" v="99"/>
          <ac:cxnSpMkLst>
            <pc:docMk/>
            <pc:sldMk cId="359732054" sldId="263"/>
            <ac:cxnSpMk id="12" creationId="{91B6081D-D3E8-4209-B85B-EB1C655A6272}"/>
          </ac:cxnSpMkLst>
        </pc:cxnChg>
        <pc:cxnChg chg="add">
          <ac:chgData name="Guest User" userId="" providerId="Windows Live" clId="Web-{6F8622F3-B8A4-90B2-BE32-BB7AE7F99300}" dt="2026-05-19T08:23:04.590" v="99"/>
          <ac:cxnSpMkLst>
            <pc:docMk/>
            <pc:sldMk cId="359732054" sldId="263"/>
            <ac:cxnSpMk id="14" creationId="{28CA55E4-1295-45C8-BA05-5A9E705B749A}"/>
          </ac:cxnSpMkLst>
        </pc:cxnChg>
        <pc:cxnChg chg="add">
          <ac:chgData name="Guest User" userId="" providerId="Windows Live" clId="Web-{6F8622F3-B8A4-90B2-BE32-BB7AE7F99300}" dt="2026-05-19T08:23:04.590" v="99"/>
          <ac:cxnSpMkLst>
            <pc:docMk/>
            <pc:sldMk cId="359732054" sldId="263"/>
            <ac:cxnSpMk id="16" creationId="{08C5794E-A9A1-4A23-AF68-C79A7822334C}"/>
          </ac:cxnSpMkLst>
        </pc:cxnChg>
      </pc:sldChg>
      <pc:sldChg chg="addSp delSp modSp new mod setBg">
        <pc:chgData name="Guest User" userId="" providerId="Windows Live" clId="Web-{6F8622F3-B8A4-90B2-BE32-BB7AE7F99300}" dt="2026-05-19T08:48:00.737" v="102"/>
        <pc:sldMkLst>
          <pc:docMk/>
          <pc:sldMk cId="4238272164" sldId="264"/>
        </pc:sldMkLst>
        <pc:spChg chg="del">
          <ac:chgData name="Guest User" userId="" providerId="Windows Live" clId="Web-{6F8622F3-B8A4-90B2-BE32-BB7AE7F99300}" dt="2026-05-19T08:20:27.662" v="83"/>
          <ac:spMkLst>
            <pc:docMk/>
            <pc:sldMk cId="4238272164" sldId="264"/>
            <ac:spMk id="2" creationId="{9F8F8334-40DD-777B-A322-0A46FEAE4482}"/>
          </ac:spMkLst>
        </pc:spChg>
        <pc:spChg chg="del">
          <ac:chgData name="Guest User" userId="" providerId="Windows Live" clId="Web-{6F8622F3-B8A4-90B2-BE32-BB7AE7F99300}" dt="2026-05-19T08:20:44.319" v="84"/>
          <ac:spMkLst>
            <pc:docMk/>
            <pc:sldMk cId="4238272164" sldId="264"/>
            <ac:spMk id="3" creationId="{F7238E0A-2849-938D-CD26-0F27E467F203}"/>
          </ac:spMkLst>
        </pc:spChg>
        <pc:spChg chg="add">
          <ac:chgData name="Guest User" userId="" providerId="Windows Live" clId="Web-{6F8622F3-B8A4-90B2-BE32-BB7AE7F99300}" dt="2026-05-19T08:23:29.857" v="100"/>
          <ac:spMkLst>
            <pc:docMk/>
            <pc:sldMk cId="4238272164" sldId="264"/>
            <ac:spMk id="10" creationId="{A9F529C3-C941-49FD-8C67-82F134F64BDB}"/>
          </ac:spMkLst>
        </pc:spChg>
        <pc:spChg chg="add">
          <ac:chgData name="Guest User" userId="" providerId="Windows Live" clId="Web-{6F8622F3-B8A4-90B2-BE32-BB7AE7F99300}" dt="2026-05-19T08:23:29.857" v="100"/>
          <ac:spMkLst>
            <pc:docMk/>
            <pc:sldMk cId="4238272164" sldId="264"/>
            <ac:spMk id="12" creationId="{20586029-32A0-47E5-9AEC-AE3ABA6B94D0}"/>
          </ac:spMkLst>
        </pc:spChg>
        <pc:picChg chg="add mod ord">
          <ac:chgData name="Guest User" userId="" providerId="Windows Live" clId="Web-{6F8622F3-B8A4-90B2-BE32-BB7AE7F99300}" dt="2026-05-19T08:23:29.857" v="100"/>
          <ac:picMkLst>
            <pc:docMk/>
            <pc:sldMk cId="4238272164" sldId="264"/>
            <ac:picMk id="4" creationId="{909078C2-9304-C309-132C-9BC624478648}"/>
          </ac:picMkLst>
        </pc:picChg>
        <pc:picChg chg="add mod modCrop">
          <ac:chgData name="Guest User" userId="" providerId="Windows Live" clId="Web-{6F8622F3-B8A4-90B2-BE32-BB7AE7F99300}" dt="2026-05-19T08:23:29.857" v="100"/>
          <ac:picMkLst>
            <pc:docMk/>
            <pc:sldMk cId="4238272164" sldId="264"/>
            <ac:picMk id="5" creationId="{57B073EC-CAFB-8455-2037-F5C2DE28AC0F}"/>
          </ac:picMkLst>
        </pc:picChg>
        <pc:picChg chg="add del">
          <ac:chgData name="Guest User" userId="" providerId="Windows Live" clId="Web-{6F8622F3-B8A4-90B2-BE32-BB7AE7F99300}" dt="2026-05-19T08:48:00.737" v="102"/>
          <ac:picMkLst>
            <pc:docMk/>
            <pc:sldMk cId="4238272164" sldId="264"/>
            <ac:picMk id="7" creationId="{2CBC0160-42B2-8247-D090-5C2CD8B64CFF}"/>
          </ac:picMkLst>
        </pc:picChg>
        <pc:cxnChg chg="add">
          <ac:chgData name="Guest User" userId="" providerId="Windows Live" clId="Web-{6F8622F3-B8A4-90B2-BE32-BB7AE7F99300}" dt="2026-05-19T08:23:29.857" v="100"/>
          <ac:cxnSpMkLst>
            <pc:docMk/>
            <pc:sldMk cId="4238272164" sldId="264"/>
            <ac:cxnSpMk id="14" creationId="{8C730EAB-A532-4295-A302-FB4B90DB9F5E}"/>
          </ac:cxnSpMkLst>
        </pc:cxnChg>
      </pc:sldChg>
    </pc:docChg>
  </pc:docChgLst>
  <pc:docChgLst>
    <pc:chgData name="Guest User" providerId="Windows Live" clId="Web-{9658EB81-08A7-BA5C-146F-3BB4EDDCBAD0}"/>
    <pc:docChg chg="modSld">
      <pc:chgData name="Guest User" userId="" providerId="Windows Live" clId="Web-{9658EB81-08A7-BA5C-146F-3BB4EDDCBAD0}" dt="2026-05-19T16:20:00.071" v="689" actId="1076"/>
      <pc:docMkLst>
        <pc:docMk/>
      </pc:docMkLst>
      <pc:sldChg chg="modSp">
        <pc:chgData name="Guest User" userId="" providerId="Windows Live" clId="Web-{9658EB81-08A7-BA5C-146F-3BB4EDDCBAD0}" dt="2026-05-19T15:56:04.713" v="214" actId="20577"/>
        <pc:sldMkLst>
          <pc:docMk/>
          <pc:sldMk cId="3803731703" sldId="259"/>
        </pc:sldMkLst>
        <pc:spChg chg="mod">
          <ac:chgData name="Guest User" userId="" providerId="Windows Live" clId="Web-{9658EB81-08A7-BA5C-146F-3BB4EDDCBAD0}" dt="2026-05-19T15:55:21.070" v="211" actId="20577"/>
          <ac:spMkLst>
            <pc:docMk/>
            <pc:sldMk cId="3803731703" sldId="259"/>
            <ac:spMk id="2" creationId="{7AA7B176-6CD5-D9A4-3B4B-F824F0ADEFD3}"/>
          </ac:spMkLst>
        </pc:spChg>
        <pc:spChg chg="mod">
          <ac:chgData name="Guest User" userId="" providerId="Windows Live" clId="Web-{9658EB81-08A7-BA5C-146F-3BB4EDDCBAD0}" dt="2026-05-19T15:56:04.713" v="214" actId="20577"/>
          <ac:spMkLst>
            <pc:docMk/>
            <pc:sldMk cId="3803731703" sldId="259"/>
            <ac:spMk id="3" creationId="{607A9E10-FF5C-408E-1081-21B203D56542}"/>
          </ac:spMkLst>
        </pc:spChg>
      </pc:sldChg>
      <pc:sldChg chg="addSp delSp modSp">
        <pc:chgData name="Guest User" userId="" providerId="Windows Live" clId="Web-{9658EB81-08A7-BA5C-146F-3BB4EDDCBAD0}" dt="2026-05-19T16:17:10.123" v="578" actId="1076"/>
        <pc:sldMkLst>
          <pc:docMk/>
          <pc:sldMk cId="359732054" sldId="263"/>
        </pc:sldMkLst>
        <pc:spChg chg="add del">
          <ac:chgData name="Guest User" userId="" providerId="Windows Live" clId="Web-{9658EB81-08A7-BA5C-146F-3BB4EDDCBAD0}" dt="2026-05-19T16:11:07.532" v="217"/>
          <ac:spMkLst>
            <pc:docMk/>
            <pc:sldMk cId="359732054" sldId="263"/>
            <ac:spMk id="2" creationId="{1A508967-7D32-33FF-DCED-3873FF5C1365}"/>
          </ac:spMkLst>
        </pc:spChg>
        <pc:spChg chg="add mod">
          <ac:chgData name="Guest User" userId="" providerId="Windows Live" clId="Web-{9658EB81-08A7-BA5C-146F-3BB4EDDCBAD0}" dt="2026-05-19T16:13:18.459" v="347" actId="1076"/>
          <ac:spMkLst>
            <pc:docMk/>
            <pc:sldMk cId="359732054" sldId="263"/>
            <ac:spMk id="3" creationId="{18596979-367C-B61C-0D75-168952EFA8A3}"/>
          </ac:spMkLst>
        </pc:spChg>
        <pc:spChg chg="add mod">
          <ac:chgData name="Guest User" userId="" providerId="Windows Live" clId="Web-{9658EB81-08A7-BA5C-146F-3BB4EDDCBAD0}" dt="2026-05-19T16:15:00.197" v="455" actId="20577"/>
          <ac:spMkLst>
            <pc:docMk/>
            <pc:sldMk cId="359732054" sldId="263"/>
            <ac:spMk id="8" creationId="{B44D548E-B45E-A98D-7AED-297C4DAA3F3A}"/>
          </ac:spMkLst>
        </pc:spChg>
        <pc:spChg chg="add mod">
          <ac:chgData name="Guest User" userId="" providerId="Windows Live" clId="Web-{9658EB81-08A7-BA5C-146F-3BB4EDDCBAD0}" dt="2026-05-19T16:17:10.123" v="578" actId="1076"/>
          <ac:spMkLst>
            <pc:docMk/>
            <pc:sldMk cId="359732054" sldId="263"/>
            <ac:spMk id="9" creationId="{04D5EEA3-BD00-D034-3EAC-558BFFBBE9E2}"/>
          </ac:spMkLst>
        </pc:spChg>
        <pc:picChg chg="mod">
          <ac:chgData name="Guest User" userId="" providerId="Windows Live" clId="Web-{9658EB81-08A7-BA5C-146F-3BB4EDDCBAD0}" dt="2026-05-19T16:13:23.053" v="348" actId="1076"/>
          <ac:picMkLst>
            <pc:docMk/>
            <pc:sldMk cId="359732054" sldId="263"/>
            <ac:picMk id="5" creationId="{04A1DFE8-F7CB-189F-69E6-FE57C5357CAB}"/>
          </ac:picMkLst>
        </pc:picChg>
        <pc:picChg chg="mod">
          <ac:chgData name="Guest User" userId="" providerId="Windows Live" clId="Web-{9658EB81-08A7-BA5C-146F-3BB4EDDCBAD0}" dt="2026-05-19T16:16:57.342" v="577" actId="1076"/>
          <ac:picMkLst>
            <pc:docMk/>
            <pc:sldMk cId="359732054" sldId="263"/>
            <ac:picMk id="7" creationId="{B41A4F68-3314-A460-F673-8496D982A079}"/>
          </ac:picMkLst>
        </pc:picChg>
      </pc:sldChg>
      <pc:sldChg chg="addSp modSp">
        <pc:chgData name="Guest User" userId="" providerId="Windows Live" clId="Web-{9658EB81-08A7-BA5C-146F-3BB4EDDCBAD0}" dt="2026-05-19T16:20:00.071" v="689" actId="1076"/>
        <pc:sldMkLst>
          <pc:docMk/>
          <pc:sldMk cId="4238272164" sldId="264"/>
        </pc:sldMkLst>
        <pc:spChg chg="add mod">
          <ac:chgData name="Guest User" userId="" providerId="Windows Live" clId="Web-{9658EB81-08A7-BA5C-146F-3BB4EDDCBAD0}" dt="2026-05-19T16:19:15.694" v="641" actId="1076"/>
          <ac:spMkLst>
            <pc:docMk/>
            <pc:sldMk cId="4238272164" sldId="264"/>
            <ac:spMk id="2" creationId="{2555277F-440B-A67B-1E4A-F6C7FDA90A8F}"/>
          </ac:spMkLst>
        </pc:spChg>
        <pc:spChg chg="add mod">
          <ac:chgData name="Guest User" userId="" providerId="Windows Live" clId="Web-{9658EB81-08A7-BA5C-146F-3BB4EDDCBAD0}" dt="2026-05-19T16:20:00.071" v="689" actId="1076"/>
          <ac:spMkLst>
            <pc:docMk/>
            <pc:sldMk cId="4238272164" sldId="264"/>
            <ac:spMk id="3" creationId="{A26A331D-590F-79E8-9171-13CEF8B41E46}"/>
          </ac:spMkLst>
        </pc:spChg>
        <pc:picChg chg="mod">
          <ac:chgData name="Guest User" userId="" providerId="Windows Live" clId="Web-{9658EB81-08A7-BA5C-146F-3BB4EDDCBAD0}" dt="2026-05-19T16:17:51.343" v="582" actId="1076"/>
          <ac:picMkLst>
            <pc:docMk/>
            <pc:sldMk cId="4238272164" sldId="264"/>
            <ac:picMk id="4" creationId="{909078C2-9304-C309-132C-9BC624478648}"/>
          </ac:picMkLst>
        </pc:picChg>
        <pc:picChg chg="mod">
          <ac:chgData name="Guest User" userId="" providerId="Windows Live" clId="Web-{9658EB81-08A7-BA5C-146F-3BB4EDDCBAD0}" dt="2026-05-19T16:17:40.796" v="581" actId="1076"/>
          <ac:picMkLst>
            <pc:docMk/>
            <pc:sldMk cId="4238272164" sldId="264"/>
            <ac:picMk id="5" creationId="{57B073EC-CAFB-8455-2037-F5C2DE28AC0F}"/>
          </ac:picMkLst>
        </pc:picChg>
      </pc:sldChg>
    </pc:docChg>
  </pc:docChgLst>
  <pc:docChgLst>
    <pc:chgData name="Guest User" providerId="Windows Live" clId="Web-{A2A61637-7C83-1935-3E0A-8FE82E251465}"/>
    <pc:docChg chg="mod addSld delSld modSld addMainMaster delMainMaster">
      <pc:chgData name="Guest User" userId="" providerId="Windows Live" clId="Web-{A2A61637-7C83-1935-3E0A-8FE82E251465}" dt="2026-05-17T12:28:38.112" v="556"/>
      <pc:docMkLst>
        <pc:docMk/>
      </pc:docMkLst>
      <pc:sldChg chg="addSp delSp modSp mod modClrScheme chgLayout">
        <pc:chgData name="Guest User" userId="" providerId="Windows Live" clId="Web-{A2A61637-7C83-1935-3E0A-8FE82E251465}" dt="2026-05-17T11:51:05.935" v="255" actId="20577"/>
        <pc:sldMkLst>
          <pc:docMk/>
          <pc:sldMk cId="1773295708" sldId="256"/>
        </pc:sldMkLst>
        <pc:spChg chg="mod ord">
          <ac:chgData name="Guest User" userId="" providerId="Windows Live" clId="Web-{A2A61637-7C83-1935-3E0A-8FE82E251465}" dt="2026-05-17T11:27:56.034" v="9"/>
          <ac:spMkLst>
            <pc:docMk/>
            <pc:sldMk cId="1773295708" sldId="256"/>
            <ac:spMk id="2" creationId="{0FCA8228-EAB7-5DE9-C8BA-5FAD182F2426}"/>
          </ac:spMkLst>
        </pc:spChg>
        <pc:spChg chg="mod">
          <ac:chgData name="Guest User" userId="" providerId="Windows Live" clId="Web-{A2A61637-7C83-1935-3E0A-8FE82E251465}" dt="2026-05-17T11:51:05.935" v="255" actId="20577"/>
          <ac:spMkLst>
            <pc:docMk/>
            <pc:sldMk cId="1773295708" sldId="256"/>
            <ac:spMk id="5" creationId="{62E26E84-52E2-9AF3-A58E-62DFB62D6F45}"/>
          </ac:spMkLst>
        </pc:spChg>
      </pc:sldChg>
      <pc:sldChg chg="addSp delSp modSp new mod modClrScheme chgLayout">
        <pc:chgData name="Guest User" userId="" providerId="Windows Live" clId="Web-{A2A61637-7C83-1935-3E0A-8FE82E251465}" dt="2026-05-17T12:28:38.112" v="556"/>
        <pc:sldMkLst>
          <pc:docMk/>
          <pc:sldMk cId="2096703412" sldId="257"/>
        </pc:sldMkLst>
      </pc:sldChg>
      <pc:sldChg chg="addSp delSp modSp add replId">
        <pc:chgData name="Guest User" userId="" providerId="Windows Live" clId="Web-{A2A61637-7C83-1935-3E0A-8FE82E251465}" dt="2026-05-17T12:09:14.179" v="447" actId="20577"/>
        <pc:sldMkLst>
          <pc:docMk/>
          <pc:sldMk cId="3253191903" sldId="258"/>
        </pc:sldMkLst>
        <pc:spChg chg="mod">
          <ac:chgData name="Guest User" userId="" providerId="Windows Live" clId="Web-{A2A61637-7C83-1935-3E0A-8FE82E251465}" dt="2026-05-17T12:05:20.264" v="394" actId="20577"/>
          <ac:spMkLst>
            <pc:docMk/>
            <pc:sldMk cId="3253191903" sldId="258"/>
            <ac:spMk id="3" creationId="{5461AE6D-11EA-6A79-3031-2491032FA3FB}"/>
          </ac:spMkLst>
        </pc:spChg>
        <pc:spChg chg="add mod">
          <ac:chgData name="Guest User" userId="" providerId="Windows Live" clId="Web-{A2A61637-7C83-1935-3E0A-8FE82E251465}" dt="2026-05-17T12:08:44.334" v="446" actId="1076"/>
          <ac:spMkLst>
            <pc:docMk/>
            <pc:sldMk cId="3253191903" sldId="258"/>
            <ac:spMk id="7" creationId="{A6B714DD-55C2-4F70-0DCD-8510943D2F54}"/>
          </ac:spMkLst>
        </pc:spChg>
        <pc:spChg chg="mod">
          <ac:chgData name="Guest User" userId="" providerId="Windows Live" clId="Web-{A2A61637-7C83-1935-3E0A-8FE82E251465}" dt="2026-05-17T12:09:14.179" v="447" actId="20577"/>
          <ac:spMkLst>
            <pc:docMk/>
            <pc:sldMk cId="3253191903" sldId="258"/>
            <ac:spMk id="11" creationId="{E33BEB44-0C7E-18EC-2011-E39A926A97EA}"/>
          </ac:spMkLst>
        </pc:spChg>
      </pc:sldChg>
      <pc:sldChg chg="modSp new">
        <pc:chgData name="Guest User" userId="" providerId="Windows Live" clId="Web-{A2A61637-7C83-1935-3E0A-8FE82E251465}" dt="2026-05-17T12:01:34.970" v="325" actId="20577"/>
        <pc:sldMkLst>
          <pc:docMk/>
          <pc:sldMk cId="3803731703" sldId="259"/>
        </pc:sldMkLst>
        <pc:spChg chg="mod">
          <ac:chgData name="Guest User" userId="" providerId="Windows Live" clId="Web-{A2A61637-7C83-1935-3E0A-8FE82E251465}" dt="2026-05-17T12:01:20.188" v="323" actId="20577"/>
          <ac:spMkLst>
            <pc:docMk/>
            <pc:sldMk cId="3803731703" sldId="259"/>
            <ac:spMk id="2" creationId="{7AA7B176-6CD5-D9A4-3B4B-F824F0ADEFD3}"/>
          </ac:spMkLst>
        </pc:spChg>
        <pc:spChg chg="mod">
          <ac:chgData name="Guest User" userId="" providerId="Windows Live" clId="Web-{A2A61637-7C83-1935-3E0A-8FE82E251465}" dt="2026-05-17T12:01:34.970" v="325" actId="20577"/>
          <ac:spMkLst>
            <pc:docMk/>
            <pc:sldMk cId="3803731703" sldId="259"/>
            <ac:spMk id="3" creationId="{607A9E10-FF5C-408E-1081-21B203D56542}"/>
          </ac:spMkLst>
        </pc:spChg>
      </pc:sldChg>
    </pc:docChg>
  </pc:docChgLst>
  <pc:docChgLst>
    <pc:chgData name="Guest User" providerId="Windows Live" clId="Web-{5BC6051E-DB39-D8E5-2734-B27006EE01CA}"/>
    <pc:docChg chg="modSld">
      <pc:chgData name="Guest User" userId="" providerId="Windows Live" clId="Web-{5BC6051E-DB39-D8E5-2734-B27006EE01CA}" dt="2026-05-18T05:51:59.925" v="66" actId="20577"/>
      <pc:docMkLst>
        <pc:docMk/>
      </pc:docMkLst>
      <pc:sldChg chg="modSp">
        <pc:chgData name="Guest User" userId="" providerId="Windows Live" clId="Web-{5BC6051E-DB39-D8E5-2734-B27006EE01CA}" dt="2026-05-18T05:51:59.925" v="66" actId="20577"/>
        <pc:sldMkLst>
          <pc:docMk/>
          <pc:sldMk cId="2096703412" sldId="257"/>
        </pc:sldMkLst>
        <pc:spChg chg="mod">
          <ac:chgData name="Guest User" userId="" providerId="Windows Live" clId="Web-{5BC6051E-DB39-D8E5-2734-B27006EE01CA}" dt="2026-05-18T05:46:56.556" v="40"/>
          <ac:spMkLst>
            <pc:docMk/>
            <pc:sldMk cId="2096703412" sldId="257"/>
            <ac:spMk id="2" creationId="{1032C6C8-C493-4CC5-BBBE-636D9A72EFF6}"/>
          </ac:spMkLst>
        </pc:spChg>
        <pc:spChg chg="mod">
          <ac:chgData name="Guest User" userId="" providerId="Windows Live" clId="Web-{5BC6051E-DB39-D8E5-2734-B27006EE01CA}" dt="2026-05-18T05:51:59.925" v="66" actId="20577"/>
          <ac:spMkLst>
            <pc:docMk/>
            <pc:sldMk cId="2096703412" sldId="257"/>
            <ac:spMk id="6" creationId="{67030245-66F2-36C9-ACD0-C0908F17C50B}"/>
          </ac:spMkLst>
        </pc:spChg>
      </pc:sldChg>
      <pc:sldChg chg="modSp">
        <pc:chgData name="Guest User" userId="" providerId="Windows Live" clId="Web-{5BC6051E-DB39-D8E5-2734-B27006EE01CA}" dt="2026-05-18T05:48:58.200" v="45" actId="20577"/>
        <pc:sldMkLst>
          <pc:docMk/>
          <pc:sldMk cId="3253191903" sldId="258"/>
        </pc:sldMkLst>
        <pc:spChg chg="mod">
          <ac:chgData name="Guest User" userId="" providerId="Windows Live" clId="Web-{5BC6051E-DB39-D8E5-2734-B27006EE01CA}" dt="2026-05-18T05:46:26.179" v="38" actId="14100"/>
          <ac:spMkLst>
            <pc:docMk/>
            <pc:sldMk cId="3253191903" sldId="258"/>
            <ac:spMk id="2" creationId="{6998D172-C939-ECFD-356C-A9B0AAB3071F}"/>
          </ac:spMkLst>
        </pc:spChg>
        <pc:spChg chg="mod">
          <ac:chgData name="Guest User" userId="" providerId="Windows Live" clId="Web-{5BC6051E-DB39-D8E5-2734-B27006EE01CA}" dt="2026-05-18T05:46:36.945" v="39" actId="1076"/>
          <ac:spMkLst>
            <pc:docMk/>
            <pc:sldMk cId="3253191903" sldId="258"/>
            <ac:spMk id="3" creationId="{5461AE6D-11EA-6A79-3031-2491032FA3FB}"/>
          </ac:spMkLst>
        </pc:spChg>
        <pc:spChg chg="mod">
          <ac:chgData name="Guest User" userId="" providerId="Windows Live" clId="Web-{5BC6051E-DB39-D8E5-2734-B27006EE01CA}" dt="2026-05-18T05:46:03.881" v="36" actId="1076"/>
          <ac:spMkLst>
            <pc:docMk/>
            <pc:sldMk cId="3253191903" sldId="258"/>
            <ac:spMk id="4" creationId="{8B10105A-B8AF-4FBF-C128-B6016A6EDC2C}"/>
          </ac:spMkLst>
        </pc:spChg>
        <pc:spChg chg="mod">
          <ac:chgData name="Guest User" userId="" providerId="Windows Live" clId="Web-{5BC6051E-DB39-D8E5-2734-B27006EE01CA}" dt="2026-05-18T05:46:10.225" v="37" actId="1076"/>
          <ac:spMkLst>
            <pc:docMk/>
            <pc:sldMk cId="3253191903" sldId="258"/>
            <ac:spMk id="7" creationId="{A6B714DD-55C2-4F70-0DCD-8510943D2F54}"/>
          </ac:spMkLst>
        </pc:spChg>
        <pc:spChg chg="mod">
          <ac:chgData name="Guest User" userId="" providerId="Windows Live" clId="Web-{5BC6051E-DB39-D8E5-2734-B27006EE01CA}" dt="2026-05-18T05:48:58.200" v="45" actId="20577"/>
          <ac:spMkLst>
            <pc:docMk/>
            <pc:sldMk cId="3253191903" sldId="258"/>
            <ac:spMk id="11" creationId="{E33BEB44-0C7E-18EC-2011-E39A926A97EA}"/>
          </ac:spMkLst>
        </pc:spChg>
      </pc:sldChg>
    </pc:docChg>
  </pc:docChgLst>
  <pc:docChgLst>
    <pc:chgData name="Guest User" providerId="Windows Live" clId="Web-{ED0A1D59-C1C1-39C6-BD83-F61BBC6D0BED}"/>
    <pc:docChg chg="modSld">
      <pc:chgData name="Guest User" userId="" providerId="Windows Live" clId="Web-{ED0A1D59-C1C1-39C6-BD83-F61BBC6D0BED}" dt="2026-05-18T05:55:49.482" v="11"/>
      <pc:docMkLst>
        <pc:docMk/>
      </pc:docMkLst>
      <pc:sldChg chg="addSp delSp modSp">
        <pc:chgData name="Guest User" userId="" providerId="Windows Live" clId="Web-{ED0A1D59-C1C1-39C6-BD83-F61BBC6D0BED}" dt="2026-05-18T05:55:49.482" v="11"/>
        <pc:sldMkLst>
          <pc:docMk/>
          <pc:sldMk cId="2096703412" sldId="257"/>
        </pc:sldMkLst>
        <pc:spChg chg="mod">
          <ac:chgData name="Guest User" userId="" providerId="Windows Live" clId="Web-{ED0A1D59-C1C1-39C6-BD83-F61BBC6D0BED}" dt="2026-05-18T05:52:46.693" v="4" actId="1076"/>
          <ac:spMkLst>
            <pc:docMk/>
            <pc:sldMk cId="2096703412" sldId="257"/>
            <ac:spMk id="2" creationId="{1032C6C8-C493-4CC5-BBBE-636D9A72EFF6}"/>
          </ac:spMkLst>
        </pc:spChg>
      </pc:sldChg>
      <pc:sldChg chg="modSp">
        <pc:chgData name="Guest User" userId="" providerId="Windows Live" clId="Web-{ED0A1D59-C1C1-39C6-BD83-F61BBC6D0BED}" dt="2026-05-18T05:52:29.052" v="2" actId="20577"/>
        <pc:sldMkLst>
          <pc:docMk/>
          <pc:sldMk cId="3253191903" sldId="258"/>
        </pc:sldMkLst>
        <pc:spChg chg="mod">
          <ac:chgData name="Guest User" userId="" providerId="Windows Live" clId="Web-{ED0A1D59-C1C1-39C6-BD83-F61BBC6D0BED}" dt="2026-05-18T05:52:29.052" v="2" actId="20577"/>
          <ac:spMkLst>
            <pc:docMk/>
            <pc:sldMk cId="3253191903" sldId="258"/>
            <ac:spMk id="11" creationId="{E33BEB44-0C7E-18EC-2011-E39A926A97EA}"/>
          </ac:spMkLst>
        </pc:spChg>
      </pc:sldChg>
    </pc:docChg>
  </pc:docChgLst>
  <pc:docChgLst>
    <pc:chgData name="Guest User" providerId="Windows Live" clId="Web-{0BEE74DF-46E2-637C-453C-B8B6BE370A65}"/>
    <pc:docChg chg="modSld">
      <pc:chgData name="Guest User" userId="" providerId="Windows Live" clId="Web-{0BEE74DF-46E2-637C-453C-B8B6BE370A65}" dt="2026-05-19T08:17:37.252" v="72" actId="20577"/>
      <pc:docMkLst>
        <pc:docMk/>
      </pc:docMkLst>
      <pc:sldChg chg="delSp modSp">
        <pc:chgData name="Guest User" userId="" providerId="Windows Live" clId="Web-{0BEE74DF-46E2-637C-453C-B8B6BE370A65}" dt="2026-05-19T08:17:37.252" v="72" actId="20577"/>
        <pc:sldMkLst>
          <pc:docMk/>
          <pc:sldMk cId="2066281814" sldId="261"/>
        </pc:sldMkLst>
        <pc:spChg chg="mod">
          <ac:chgData name="Guest User" userId="" providerId="Windows Live" clId="Web-{0BEE74DF-46E2-637C-453C-B8B6BE370A65}" dt="2026-05-19T08:16:50.985" v="60" actId="20577"/>
          <ac:spMkLst>
            <pc:docMk/>
            <pc:sldMk cId="2066281814" sldId="261"/>
            <ac:spMk id="2" creationId="{74E96D2C-E922-4B03-9FDA-F2A3F37680E9}"/>
          </ac:spMkLst>
        </pc:spChg>
        <pc:spChg chg="mod">
          <ac:chgData name="Guest User" userId="" providerId="Windows Live" clId="Web-{0BEE74DF-46E2-637C-453C-B8B6BE370A65}" dt="2026-05-19T08:17:37.252" v="72" actId="20577"/>
          <ac:spMkLst>
            <pc:docMk/>
            <pc:sldMk cId="2066281814" sldId="261"/>
            <ac:spMk id="3" creationId="{00F5DD1C-4CB7-291F-227F-DFE3A3B9D71F}"/>
          </ac:spMkLst>
        </pc:spChg>
        <pc:spChg chg="del">
          <ac:chgData name="Guest User" userId="" providerId="Windows Live" clId="Web-{0BEE74DF-46E2-637C-453C-B8B6BE370A65}" dt="2026-05-19T08:09:41.265" v="0"/>
          <ac:spMkLst>
            <pc:docMk/>
            <pc:sldMk cId="2066281814" sldId="261"/>
            <ac:spMk id="4" creationId="{B5BB5A07-C56B-EF50-90D2-3905BE216E2F}"/>
          </ac:spMkLst>
        </pc:spChg>
      </pc:sldChg>
    </pc:docChg>
  </pc:docChgLst>
  <pc:docChgLst>
    <pc:chgData name="Guest User" providerId="Windows Live" clId="Web-{12B4319A-931A-68F7-2224-1C5BED5A8F07}"/>
    <pc:docChg chg="modSld">
      <pc:chgData name="Guest User" userId="" providerId="Windows Live" clId="Web-{12B4319A-931A-68F7-2224-1C5BED5A8F07}" dt="2026-05-19T07:42:06.716" v="19" actId="20577"/>
      <pc:docMkLst>
        <pc:docMk/>
      </pc:docMkLst>
      <pc:sldChg chg="modSp">
        <pc:chgData name="Guest User" userId="" providerId="Windows Live" clId="Web-{12B4319A-931A-68F7-2224-1C5BED5A8F07}" dt="2026-05-19T07:42:06.716" v="19" actId="20577"/>
        <pc:sldMkLst>
          <pc:docMk/>
          <pc:sldMk cId="2066281814" sldId="261"/>
        </pc:sldMkLst>
        <pc:spChg chg="mod">
          <ac:chgData name="Guest User" userId="" providerId="Windows Live" clId="Web-{12B4319A-931A-68F7-2224-1C5BED5A8F07}" dt="2026-05-19T07:07:37.147" v="14" actId="20577"/>
          <ac:spMkLst>
            <pc:docMk/>
            <pc:sldMk cId="2066281814" sldId="261"/>
            <ac:spMk id="2" creationId="{74E96D2C-E922-4B03-9FDA-F2A3F37680E9}"/>
          </ac:spMkLst>
        </pc:spChg>
        <pc:spChg chg="mod">
          <ac:chgData name="Guest User" userId="" providerId="Windows Live" clId="Web-{12B4319A-931A-68F7-2224-1C5BED5A8F07}" dt="2026-05-19T07:42:06.716" v="19" actId="20577"/>
          <ac:spMkLst>
            <pc:docMk/>
            <pc:sldMk cId="2066281814" sldId="261"/>
            <ac:spMk id="3" creationId="{00F5DD1C-4CB7-291F-227F-DFE3A3B9D71F}"/>
          </ac:spMkLst>
        </pc:spChg>
        <pc:spChg chg="mod">
          <ac:chgData name="Guest User" userId="" providerId="Windows Live" clId="Web-{12B4319A-931A-68F7-2224-1C5BED5A8F07}" dt="2026-05-19T07:42:06.716" v="19" actId="20577"/>
          <ac:spMkLst>
            <pc:docMk/>
            <pc:sldMk cId="2066281814" sldId="261"/>
            <ac:spMk id="4" creationId="{B5BB5A07-C56B-EF50-90D2-3905BE216E2F}"/>
          </ac:spMkLst>
        </pc:spChg>
      </pc:sldChg>
    </pc:docChg>
  </pc:docChgLst>
  <pc:docChgLst>
    <pc:chgData name="Kiruthik Pranav" userId="506f8c6ee726b3ae" providerId="LiveId" clId="{D21A6B21-7E71-40A3-9D79-56B2D64359C8}"/>
    <pc:docChg chg="undo redo custSel addSld delSld modSld modMainMaster">
      <pc:chgData name="Kiruthik Pranav" userId="506f8c6ee726b3ae" providerId="LiveId" clId="{D21A6B21-7E71-40A3-9D79-56B2D64359C8}" dt="2026-05-20T06:23:15.494" v="2769" actId="14100"/>
      <pc:docMkLst>
        <pc:docMk/>
      </pc:docMkLst>
      <pc:sldChg chg="addSp delSp modSp mod setBg chgLayout">
        <pc:chgData name="Kiruthik Pranav" userId="506f8c6ee726b3ae" providerId="LiveId" clId="{D21A6B21-7E71-40A3-9D79-56B2D64359C8}" dt="2026-05-17T11:53:10.423" v="1058" actId="113"/>
        <pc:sldMkLst>
          <pc:docMk/>
          <pc:sldMk cId="1773295708" sldId="256"/>
        </pc:sldMkLst>
        <pc:spChg chg="mod ord">
          <ac:chgData name="Kiruthik Pranav" userId="506f8c6ee726b3ae" providerId="LiveId" clId="{D21A6B21-7E71-40A3-9D79-56B2D64359C8}" dt="2026-05-17T11:53:03.479" v="1056" actId="113"/>
          <ac:spMkLst>
            <pc:docMk/>
            <pc:sldMk cId="1773295708" sldId="256"/>
            <ac:spMk id="2" creationId="{0FCA8228-EAB7-5DE9-C8BA-5FAD182F2426}"/>
          </ac:spMkLst>
        </pc:spChg>
        <pc:spChg chg="add mod ord">
          <ac:chgData name="Kiruthik Pranav" userId="506f8c6ee726b3ae" providerId="LiveId" clId="{D21A6B21-7E71-40A3-9D79-56B2D64359C8}" dt="2026-05-17T11:53:10.423" v="1058" actId="113"/>
          <ac:spMkLst>
            <pc:docMk/>
            <pc:sldMk cId="1773295708" sldId="256"/>
            <ac:spMk id="5" creationId="{62E26E84-52E2-9AF3-A58E-62DFB62D6F45}"/>
          </ac:spMkLst>
        </pc:spChg>
        <pc:picChg chg="add mod">
          <ac:chgData name="Kiruthik Pranav" userId="506f8c6ee726b3ae" providerId="LiveId" clId="{D21A6B21-7E71-40A3-9D79-56B2D64359C8}" dt="2026-05-17T11:52:52.145" v="1043" actId="1037"/>
          <ac:picMkLst>
            <pc:docMk/>
            <pc:sldMk cId="1773295708" sldId="256"/>
            <ac:picMk id="6" creationId="{07AF27E0-BB84-B53F-A326-5CA777404C20}"/>
          </ac:picMkLst>
        </pc:picChg>
        <pc:picChg chg="add mod">
          <ac:chgData name="Kiruthik Pranav" userId="506f8c6ee726b3ae" providerId="LiveId" clId="{D21A6B21-7E71-40A3-9D79-56B2D64359C8}" dt="2026-05-17T11:52:52.145" v="1043" actId="1037"/>
          <ac:picMkLst>
            <pc:docMk/>
            <pc:sldMk cId="1773295708" sldId="256"/>
            <ac:picMk id="7" creationId="{F5A6D6DA-623E-D47C-9D9B-2F272996125C}"/>
          </ac:picMkLst>
        </pc:picChg>
        <pc:picChg chg="add mod">
          <ac:chgData name="Kiruthik Pranav" userId="506f8c6ee726b3ae" providerId="LiveId" clId="{D21A6B21-7E71-40A3-9D79-56B2D64359C8}" dt="2026-05-17T11:52:52.145" v="1043" actId="1037"/>
          <ac:picMkLst>
            <pc:docMk/>
            <pc:sldMk cId="1773295708" sldId="256"/>
            <ac:picMk id="8" creationId="{C4F4DFCD-485D-ADD0-60E7-F239D06EB4E9}"/>
          </ac:picMkLst>
        </pc:picChg>
      </pc:sldChg>
      <pc:sldChg chg="addSp delSp modSp mod modTransition">
        <pc:chgData name="Kiruthik Pranav" userId="506f8c6ee726b3ae" providerId="LiveId" clId="{D21A6B21-7E71-40A3-9D79-56B2D64359C8}" dt="2026-05-20T04:23:43.442" v="2738"/>
        <pc:sldMkLst>
          <pc:docMk/>
          <pc:sldMk cId="2096703412" sldId="257"/>
        </pc:sldMkLst>
        <pc:spChg chg="mod">
          <ac:chgData name="Kiruthik Pranav" userId="506f8c6ee726b3ae" providerId="LiveId" clId="{D21A6B21-7E71-40A3-9D79-56B2D64359C8}" dt="2026-05-20T04:13:45.223" v="2645" actId="1037"/>
          <ac:spMkLst>
            <pc:docMk/>
            <pc:sldMk cId="2096703412" sldId="257"/>
            <ac:spMk id="2" creationId="{1032C6C8-C493-4CC5-BBBE-636D9A72EFF6}"/>
          </ac:spMkLst>
        </pc:spChg>
        <pc:spChg chg="add mod">
          <ac:chgData name="Kiruthik Pranav" userId="506f8c6ee726b3ae" providerId="LiveId" clId="{D21A6B21-7E71-40A3-9D79-56B2D64359C8}" dt="2026-05-20T04:13:45.223" v="2645" actId="1037"/>
          <ac:spMkLst>
            <pc:docMk/>
            <pc:sldMk cId="2096703412" sldId="257"/>
            <ac:spMk id="3" creationId="{CACAE3D0-EF37-E0CF-8814-B66BBD5EEE3B}"/>
          </ac:spMkLst>
        </pc:spChg>
        <pc:spChg chg="add mod">
          <ac:chgData name="Kiruthik Pranav" userId="506f8c6ee726b3ae" providerId="LiveId" clId="{D21A6B21-7E71-40A3-9D79-56B2D64359C8}" dt="2026-05-19T15:48:17.835" v="1894" actId="20577"/>
          <ac:spMkLst>
            <pc:docMk/>
            <pc:sldMk cId="2096703412" sldId="257"/>
            <ac:spMk id="6" creationId="{67030245-66F2-36C9-ACD0-C0908F17C50B}"/>
          </ac:spMkLst>
        </pc:spChg>
        <pc:spChg chg="add del mod">
          <ac:chgData name="Kiruthik Pranav" userId="506f8c6ee726b3ae" providerId="LiveId" clId="{D21A6B21-7E71-40A3-9D79-56B2D64359C8}" dt="2026-05-20T04:07:37.071" v="2554" actId="478"/>
          <ac:spMkLst>
            <pc:docMk/>
            <pc:sldMk cId="2096703412" sldId="257"/>
            <ac:spMk id="8" creationId="{D3E23C49-352E-42D3-3DD6-AC323D616821}"/>
          </ac:spMkLst>
        </pc:spChg>
        <pc:picChg chg="add del mod modCrop">
          <ac:chgData name="Kiruthik Pranav" userId="506f8c6ee726b3ae" providerId="LiveId" clId="{D21A6B21-7E71-40A3-9D79-56B2D64359C8}" dt="2026-05-20T04:11:36.184" v="2608" actId="478"/>
          <ac:picMkLst>
            <pc:docMk/>
            <pc:sldMk cId="2096703412" sldId="257"/>
            <ac:picMk id="4" creationId="{22266BF7-2117-C2EB-208F-565ED54C439E}"/>
          </ac:picMkLst>
        </pc:picChg>
        <pc:picChg chg="add del mod">
          <ac:chgData name="Kiruthik Pranav" userId="506f8c6ee726b3ae" providerId="LiveId" clId="{D21A6B21-7E71-40A3-9D79-56B2D64359C8}" dt="2026-05-20T04:13:29.359" v="2623" actId="478"/>
          <ac:picMkLst>
            <pc:docMk/>
            <pc:sldMk cId="2096703412" sldId="257"/>
            <ac:picMk id="7" creationId="{1230D2A8-4254-E75D-00CA-92816739C4F6}"/>
          </ac:picMkLst>
        </pc:picChg>
        <pc:picChg chg="add mod">
          <ac:chgData name="Kiruthik Pranav" userId="506f8c6ee726b3ae" providerId="LiveId" clId="{D21A6B21-7E71-40A3-9D79-56B2D64359C8}" dt="2026-05-20T04:14:29.520" v="2657" actId="1037"/>
          <ac:picMkLst>
            <pc:docMk/>
            <pc:sldMk cId="2096703412" sldId="257"/>
            <ac:picMk id="10" creationId="{95742D99-CB90-A5C4-FE51-5919B13B467D}"/>
          </ac:picMkLst>
        </pc:picChg>
      </pc:sldChg>
      <pc:sldChg chg="addSp modSp mod modTransition">
        <pc:chgData name="Kiruthik Pranav" userId="506f8c6ee726b3ae" providerId="LiveId" clId="{D21A6B21-7E71-40A3-9D79-56B2D64359C8}" dt="2026-05-20T04:24:17.606" v="2746"/>
        <pc:sldMkLst>
          <pc:docMk/>
          <pc:sldMk cId="3253191903" sldId="258"/>
        </pc:sldMkLst>
        <pc:spChg chg="add mod ord">
          <ac:chgData name="Kiruthik Pranav" userId="506f8c6ee726b3ae" providerId="LiveId" clId="{D21A6B21-7E71-40A3-9D79-56B2D64359C8}" dt="2026-05-18T04:11:26.703" v="1711" actId="207"/>
          <ac:spMkLst>
            <pc:docMk/>
            <pc:sldMk cId="3253191903" sldId="258"/>
            <ac:spMk id="2" creationId="{6998D172-C939-ECFD-356C-A9B0AAB3071F}"/>
          </ac:spMkLst>
        </pc:spChg>
        <pc:spChg chg="mod">
          <ac:chgData name="Kiruthik Pranav" userId="506f8c6ee726b3ae" providerId="LiveId" clId="{D21A6B21-7E71-40A3-9D79-56B2D64359C8}" dt="2026-05-17T12:21:26.924" v="1232" actId="14100"/>
          <ac:spMkLst>
            <pc:docMk/>
            <pc:sldMk cId="3253191903" sldId="258"/>
            <ac:spMk id="3" creationId="{5461AE6D-11EA-6A79-3031-2491032FA3FB}"/>
          </ac:spMkLst>
        </pc:spChg>
        <pc:spChg chg="add mod ord">
          <ac:chgData name="Kiruthik Pranav" userId="506f8c6ee726b3ae" providerId="LiveId" clId="{D21A6B21-7E71-40A3-9D79-56B2D64359C8}" dt="2026-05-18T04:11:51.407" v="1716" actId="1076"/>
          <ac:spMkLst>
            <pc:docMk/>
            <pc:sldMk cId="3253191903" sldId="258"/>
            <ac:spMk id="4" creationId="{8B10105A-B8AF-4FBF-C128-B6016A6EDC2C}"/>
          </ac:spMkLst>
        </pc:spChg>
        <pc:spChg chg="mod">
          <ac:chgData name="Kiruthik Pranav" userId="506f8c6ee726b3ae" providerId="LiveId" clId="{D21A6B21-7E71-40A3-9D79-56B2D64359C8}" dt="2026-05-17T12:21:47.952" v="1241" actId="6549"/>
          <ac:spMkLst>
            <pc:docMk/>
            <pc:sldMk cId="3253191903" sldId="258"/>
            <ac:spMk id="7" creationId="{A6B714DD-55C2-4F70-0DCD-8510943D2F54}"/>
          </ac:spMkLst>
        </pc:spChg>
        <pc:spChg chg="mod">
          <ac:chgData name="Kiruthik Pranav" userId="506f8c6ee726b3ae" providerId="LiveId" clId="{D21A6B21-7E71-40A3-9D79-56B2D64359C8}" dt="2026-05-19T08:54:20.141" v="1734"/>
          <ac:spMkLst>
            <pc:docMk/>
            <pc:sldMk cId="3253191903" sldId="258"/>
            <ac:spMk id="11" creationId="{E33BEB44-0C7E-18EC-2011-E39A926A97EA}"/>
          </ac:spMkLst>
        </pc:spChg>
      </pc:sldChg>
      <pc:sldChg chg="addSp delSp modSp mod modTransition modAnim">
        <pc:chgData name="Kiruthik Pranav" userId="506f8c6ee726b3ae" providerId="LiveId" clId="{D21A6B21-7E71-40A3-9D79-56B2D64359C8}" dt="2026-05-20T04:19:48.644" v="2730" actId="1036"/>
        <pc:sldMkLst>
          <pc:docMk/>
          <pc:sldMk cId="3803731703" sldId="259"/>
        </pc:sldMkLst>
        <pc:spChg chg="mod">
          <ac:chgData name="Kiruthik Pranav" userId="506f8c6ee726b3ae" providerId="LiveId" clId="{D21A6B21-7E71-40A3-9D79-56B2D64359C8}" dt="2026-05-19T15:35:05.476" v="1869" actId="20577"/>
          <ac:spMkLst>
            <pc:docMk/>
            <pc:sldMk cId="3803731703" sldId="259"/>
            <ac:spMk id="2" creationId="{7AA7B176-6CD5-D9A4-3B4B-F824F0ADEFD3}"/>
          </ac:spMkLst>
        </pc:spChg>
        <pc:spChg chg="mod">
          <ac:chgData name="Kiruthik Pranav" userId="506f8c6ee726b3ae" providerId="LiveId" clId="{D21A6B21-7E71-40A3-9D79-56B2D64359C8}" dt="2026-05-20T04:16:48.576" v="2667" actId="14100"/>
          <ac:spMkLst>
            <pc:docMk/>
            <pc:sldMk cId="3803731703" sldId="259"/>
            <ac:spMk id="3" creationId="{607A9E10-FF5C-408E-1081-21B203D56542}"/>
          </ac:spMkLst>
        </pc:spChg>
        <pc:spChg chg="add mod ord">
          <ac:chgData name="Kiruthik Pranav" userId="506f8c6ee726b3ae" providerId="LiveId" clId="{D21A6B21-7E71-40A3-9D79-56B2D64359C8}" dt="2026-05-20T04:17:17.526" v="2670" actId="207"/>
          <ac:spMkLst>
            <pc:docMk/>
            <pc:sldMk cId="3803731703" sldId="259"/>
            <ac:spMk id="4" creationId="{625012DA-AF7D-9E84-30F2-FA10E0F61649}"/>
          </ac:spMkLst>
        </pc:spChg>
        <pc:spChg chg="add mod">
          <ac:chgData name="Kiruthik Pranav" userId="506f8c6ee726b3ae" providerId="LiveId" clId="{D21A6B21-7E71-40A3-9D79-56B2D64359C8}" dt="2026-05-20T04:19:48.644" v="2730" actId="1036"/>
          <ac:spMkLst>
            <pc:docMk/>
            <pc:sldMk cId="3803731703" sldId="259"/>
            <ac:spMk id="5" creationId="{89EF6D31-0A36-8A82-6D46-363B5588F046}"/>
          </ac:spMkLst>
        </pc:spChg>
        <pc:spChg chg="add mod">
          <ac:chgData name="Kiruthik Pranav" userId="506f8c6ee726b3ae" providerId="LiveId" clId="{D21A6B21-7E71-40A3-9D79-56B2D64359C8}" dt="2026-05-20T04:19:42.350" v="2713" actId="1036"/>
          <ac:spMkLst>
            <pc:docMk/>
            <pc:sldMk cId="3803731703" sldId="259"/>
            <ac:spMk id="6" creationId="{382BDF6A-1987-2B9D-356C-F3EE296D4CC6}"/>
          </ac:spMkLst>
        </pc:spChg>
      </pc:sldChg>
      <pc:sldChg chg="addSp delSp modSp new mod modTransition modAnim">
        <pc:chgData name="Kiruthik Pranav" userId="506f8c6ee726b3ae" providerId="LiveId" clId="{D21A6B21-7E71-40A3-9D79-56B2D64359C8}" dt="2026-05-20T04:24:38.953" v="2748"/>
        <pc:sldMkLst>
          <pc:docMk/>
          <pc:sldMk cId="640327382" sldId="260"/>
        </pc:sldMkLst>
        <pc:spChg chg="mod">
          <ac:chgData name="Kiruthik Pranav" userId="506f8c6ee726b3ae" providerId="LiveId" clId="{D21A6B21-7E71-40A3-9D79-56B2D64359C8}" dt="2026-05-19T10:12:51.173" v="1759" actId="1076"/>
          <ac:spMkLst>
            <pc:docMk/>
            <pc:sldMk cId="640327382" sldId="260"/>
            <ac:spMk id="2" creationId="{E8AFB7A0-99FF-C73F-C22B-B779A03C98DA}"/>
          </ac:spMkLst>
        </pc:spChg>
        <pc:spChg chg="del">
          <ac:chgData name="Kiruthik Pranav" userId="506f8c6ee726b3ae" providerId="LiveId" clId="{D21A6B21-7E71-40A3-9D79-56B2D64359C8}" dt="2026-05-19T10:11:48.814" v="1744" actId="478"/>
          <ac:spMkLst>
            <pc:docMk/>
            <pc:sldMk cId="640327382" sldId="260"/>
            <ac:spMk id="3" creationId="{07A12C5B-EFB0-7EA5-4E4F-DC2299A13A2F}"/>
          </ac:spMkLst>
        </pc:spChg>
        <pc:spChg chg="del">
          <ac:chgData name="Kiruthik Pranav" userId="506f8c6ee726b3ae" providerId="LiveId" clId="{D21A6B21-7E71-40A3-9D79-56B2D64359C8}" dt="2026-05-19T10:11:49.946" v="1745" actId="478"/>
          <ac:spMkLst>
            <pc:docMk/>
            <pc:sldMk cId="640327382" sldId="260"/>
            <ac:spMk id="4" creationId="{B172BFAA-56CF-3815-CCA7-49C58111984B}"/>
          </ac:spMkLst>
        </pc:spChg>
        <pc:picChg chg="add mod">
          <ac:chgData name="Kiruthik Pranav" userId="506f8c6ee726b3ae" providerId="LiveId" clId="{D21A6B21-7E71-40A3-9D79-56B2D64359C8}" dt="2026-05-19T15:05:23.567" v="1773" actId="1076"/>
          <ac:picMkLst>
            <pc:docMk/>
            <pc:sldMk cId="640327382" sldId="260"/>
            <ac:picMk id="5" creationId="{3E256764-022E-461D-6EAE-E05F55678F4B}"/>
          </ac:picMkLst>
        </pc:picChg>
      </pc:sldChg>
      <pc:sldChg chg="addSp delSp modSp new mod modTransition">
        <pc:chgData name="Kiruthik Pranav" userId="506f8c6ee726b3ae" providerId="LiveId" clId="{D21A6B21-7E71-40A3-9D79-56B2D64359C8}" dt="2026-05-20T04:24:56.713" v="2755"/>
        <pc:sldMkLst>
          <pc:docMk/>
          <pc:sldMk cId="2066281814" sldId="261"/>
        </pc:sldMkLst>
        <pc:spChg chg="mod">
          <ac:chgData name="Kiruthik Pranav" userId="506f8c6ee726b3ae" providerId="LiveId" clId="{D21A6B21-7E71-40A3-9D79-56B2D64359C8}" dt="2026-05-20T03:55:06.398" v="2385" actId="1076"/>
          <ac:spMkLst>
            <pc:docMk/>
            <pc:sldMk cId="2066281814" sldId="261"/>
            <ac:spMk id="2" creationId="{74E96D2C-E922-4B03-9FDA-F2A3F37680E9}"/>
          </ac:spMkLst>
        </pc:spChg>
        <pc:spChg chg="mod">
          <ac:chgData name="Kiruthik Pranav" userId="506f8c6ee726b3ae" providerId="LiveId" clId="{D21A6B21-7E71-40A3-9D79-56B2D64359C8}" dt="2026-05-20T04:14:54.188" v="2659" actId="20577"/>
          <ac:spMkLst>
            <pc:docMk/>
            <pc:sldMk cId="2066281814" sldId="261"/>
            <ac:spMk id="3" creationId="{00F5DD1C-4CB7-291F-227F-DFE3A3B9D71F}"/>
          </ac:spMkLst>
        </pc:spChg>
        <pc:spChg chg="add del">
          <ac:chgData name="Kiruthik Pranav" userId="506f8c6ee726b3ae" providerId="LiveId" clId="{D21A6B21-7E71-40A3-9D79-56B2D64359C8}" dt="2026-05-20T03:14:43.666" v="1912" actId="22"/>
          <ac:spMkLst>
            <pc:docMk/>
            <pc:sldMk cId="2066281814" sldId="261"/>
            <ac:spMk id="5" creationId="{85F63128-5E18-38D1-88CD-F1880B8DD6A8}"/>
          </ac:spMkLst>
        </pc:spChg>
        <pc:spChg chg="add del mod">
          <ac:chgData name="Kiruthik Pranav" userId="506f8c6ee726b3ae" providerId="LiveId" clId="{D21A6B21-7E71-40A3-9D79-56B2D64359C8}" dt="2026-05-20T03:37:48.541" v="2135"/>
          <ac:spMkLst>
            <pc:docMk/>
            <pc:sldMk cId="2066281814" sldId="261"/>
            <ac:spMk id="6" creationId="{F1D73077-FE34-9864-1224-4507B3BC0745}"/>
          </ac:spMkLst>
        </pc:spChg>
        <pc:spChg chg="add del">
          <ac:chgData name="Kiruthik Pranav" userId="506f8c6ee726b3ae" providerId="LiveId" clId="{D21A6B21-7E71-40A3-9D79-56B2D64359C8}" dt="2026-05-20T03:40:05.163" v="2260" actId="478"/>
          <ac:spMkLst>
            <pc:docMk/>
            <pc:sldMk cId="2066281814" sldId="261"/>
            <ac:spMk id="11" creationId="{76DE58C5-774D-ADFC-8CD5-5D3A20A1AF23}"/>
          </ac:spMkLst>
        </pc:spChg>
        <pc:spChg chg="add mod ord">
          <ac:chgData name="Kiruthik Pranav" userId="506f8c6ee726b3ae" providerId="LiveId" clId="{D21A6B21-7E71-40A3-9D79-56B2D64359C8}" dt="2026-05-20T04:07:20.037" v="2553" actId="1036"/>
          <ac:spMkLst>
            <pc:docMk/>
            <pc:sldMk cId="2066281814" sldId="261"/>
            <ac:spMk id="12" creationId="{4ABEBAE7-278C-4070-5441-BFD7B237BF85}"/>
          </ac:spMkLst>
        </pc:spChg>
        <pc:spChg chg="add mod">
          <ac:chgData name="Kiruthik Pranav" userId="506f8c6ee726b3ae" providerId="LiveId" clId="{D21A6B21-7E71-40A3-9D79-56B2D64359C8}" dt="2026-05-20T03:55:09.854" v="2386" actId="1076"/>
          <ac:spMkLst>
            <pc:docMk/>
            <pc:sldMk cId="2066281814" sldId="261"/>
            <ac:spMk id="13" creationId="{EBA75A52-B35A-B9C8-3986-536826894888}"/>
          </ac:spMkLst>
        </pc:spChg>
        <pc:spChg chg="add mod">
          <ac:chgData name="Kiruthik Pranav" userId="506f8c6ee726b3ae" providerId="LiveId" clId="{D21A6B21-7E71-40A3-9D79-56B2D64359C8}" dt="2026-05-20T03:55:13.788" v="2387" actId="1076"/>
          <ac:spMkLst>
            <pc:docMk/>
            <pc:sldMk cId="2066281814" sldId="261"/>
            <ac:spMk id="14" creationId="{B92CF4F3-B1B5-48E0-AEE9-41D8E17CCC91}"/>
          </ac:spMkLst>
        </pc:spChg>
        <pc:spChg chg="add mod">
          <ac:chgData name="Kiruthik Pranav" userId="506f8c6ee726b3ae" providerId="LiveId" clId="{D21A6B21-7E71-40A3-9D79-56B2D64359C8}" dt="2026-05-20T03:55:09.854" v="2386" actId="1076"/>
          <ac:spMkLst>
            <pc:docMk/>
            <pc:sldMk cId="2066281814" sldId="261"/>
            <ac:spMk id="15" creationId="{F8ED966B-4E9F-642F-D7CB-F5A44D292ACB}"/>
          </ac:spMkLst>
        </pc:spChg>
        <pc:picChg chg="add del mod">
          <ac:chgData name="Kiruthik Pranav" userId="506f8c6ee726b3ae" providerId="LiveId" clId="{D21A6B21-7E71-40A3-9D79-56B2D64359C8}" dt="2026-05-19T04:36:58.995" v="1733" actId="478"/>
          <ac:picMkLst>
            <pc:docMk/>
            <pc:sldMk cId="2066281814" sldId="261"/>
            <ac:picMk id="6" creationId="{01A7A7B4-C3E1-0C3E-D847-3463D123F243}"/>
          </ac:picMkLst>
        </pc:picChg>
        <pc:cxnChg chg="add del mod">
          <ac:chgData name="Kiruthik Pranav" userId="506f8c6ee726b3ae" providerId="LiveId" clId="{D21A6B21-7E71-40A3-9D79-56B2D64359C8}" dt="2026-05-20T03:38:58.166" v="2258" actId="478"/>
          <ac:cxnSpMkLst>
            <pc:docMk/>
            <pc:sldMk cId="2066281814" sldId="261"/>
            <ac:cxnSpMk id="8" creationId="{33FF8255-090E-FB0E-ACA7-3F2746F7D85D}"/>
          </ac:cxnSpMkLst>
        </pc:cxnChg>
      </pc:sldChg>
      <pc:sldChg chg="modSp del mod">
        <pc:chgData name="Kiruthik Pranav" userId="506f8c6ee726b3ae" providerId="LiveId" clId="{D21A6B21-7E71-40A3-9D79-56B2D64359C8}" dt="2026-05-19T15:23:12.857" v="1793" actId="2696"/>
        <pc:sldMkLst>
          <pc:docMk/>
          <pc:sldMk cId="3325940610" sldId="262"/>
        </pc:sldMkLst>
        <pc:spChg chg="mod">
          <ac:chgData name="Kiruthik Pranav" userId="506f8c6ee726b3ae" providerId="LiveId" clId="{D21A6B21-7E71-40A3-9D79-56B2D64359C8}" dt="2026-05-19T15:07:23.603" v="1777" actId="27636"/>
          <ac:spMkLst>
            <pc:docMk/>
            <pc:sldMk cId="3325940610" sldId="262"/>
            <ac:spMk id="3" creationId="{61DF2B0F-EEFC-755B-A224-57FA9598E1D6}"/>
          </ac:spMkLst>
        </pc:spChg>
      </pc:sldChg>
      <pc:sldChg chg="modTransition">
        <pc:chgData name="Kiruthik Pranav" userId="506f8c6ee726b3ae" providerId="LiveId" clId="{D21A6B21-7E71-40A3-9D79-56B2D64359C8}" dt="2026-05-20T04:19:56.871" v="2731"/>
        <pc:sldMkLst>
          <pc:docMk/>
          <pc:sldMk cId="359732054" sldId="263"/>
        </pc:sldMkLst>
      </pc:sldChg>
      <pc:sldChg chg="modTransition">
        <pc:chgData name="Kiruthik Pranav" userId="506f8c6ee726b3ae" providerId="LiveId" clId="{D21A6B21-7E71-40A3-9D79-56B2D64359C8}" dt="2026-05-20T04:19:59.182" v="2732"/>
        <pc:sldMkLst>
          <pc:docMk/>
          <pc:sldMk cId="4238272164" sldId="264"/>
        </pc:sldMkLst>
      </pc:sldChg>
      <pc:sldChg chg="addSp delSp modSp mod modTransition">
        <pc:chgData name="Kiruthik Pranav" userId="506f8c6ee726b3ae" providerId="LiveId" clId="{D21A6B21-7E71-40A3-9D79-56B2D64359C8}" dt="2026-05-20T04:25:25.418" v="2759"/>
        <pc:sldMkLst>
          <pc:docMk/>
          <pc:sldMk cId="1266221156" sldId="265"/>
        </pc:sldMkLst>
        <pc:picChg chg="add mod modCrop">
          <ac:chgData name="Kiruthik Pranav" userId="506f8c6ee726b3ae" providerId="LiveId" clId="{D21A6B21-7E71-40A3-9D79-56B2D64359C8}" dt="2026-05-19T15:24:24.162" v="1804" actId="1076"/>
          <ac:picMkLst>
            <pc:docMk/>
            <pc:sldMk cId="1266221156" sldId="265"/>
            <ac:picMk id="2" creationId="{6D50A4C4-0246-E0C2-402D-B73DEFC075C5}"/>
          </ac:picMkLst>
        </pc:picChg>
        <pc:picChg chg="del">
          <ac:chgData name="Kiruthik Pranav" userId="506f8c6ee726b3ae" providerId="LiveId" clId="{D21A6B21-7E71-40A3-9D79-56B2D64359C8}" dt="2026-05-19T15:11:55.456" v="1778" actId="21"/>
          <ac:picMkLst>
            <pc:docMk/>
            <pc:sldMk cId="1266221156" sldId="265"/>
            <ac:picMk id="5" creationId="{2B6AAD13-1012-14C2-F25F-FB2839781D98}"/>
          </ac:picMkLst>
        </pc:picChg>
      </pc:sldChg>
      <pc:sldChg chg="addSp delSp modSp mod modTransition">
        <pc:chgData name="Kiruthik Pranav" userId="506f8c6ee726b3ae" providerId="LiveId" clId="{D21A6B21-7E71-40A3-9D79-56B2D64359C8}" dt="2026-05-20T06:05:23.677" v="2765" actId="1035"/>
        <pc:sldMkLst>
          <pc:docMk/>
          <pc:sldMk cId="2584057838" sldId="266"/>
        </pc:sldMkLst>
        <pc:spChg chg="del">
          <ac:chgData name="Kiruthik Pranav" userId="506f8c6ee726b3ae" providerId="LiveId" clId="{D21A6B21-7E71-40A3-9D79-56B2D64359C8}" dt="2026-05-19T15:24:34.500" v="1805" actId="478"/>
          <ac:spMkLst>
            <pc:docMk/>
            <pc:sldMk cId="2584057838" sldId="266"/>
            <ac:spMk id="2" creationId="{B84B747E-4687-42C1-6D08-8E143C38DB77}"/>
          </ac:spMkLst>
        </pc:spChg>
        <pc:spChg chg="del">
          <ac:chgData name="Kiruthik Pranav" userId="506f8c6ee726b3ae" providerId="LiveId" clId="{D21A6B21-7E71-40A3-9D79-56B2D64359C8}" dt="2026-05-19T15:11:59.695" v="1779" actId="478"/>
          <ac:spMkLst>
            <pc:docMk/>
            <pc:sldMk cId="2584057838" sldId="266"/>
            <ac:spMk id="3" creationId="{D1D2A3B7-5AD4-CD44-70E9-903B885483C6}"/>
          </ac:spMkLst>
        </pc:spChg>
        <pc:spChg chg="add del">
          <ac:chgData name="Kiruthik Pranav" userId="506f8c6ee726b3ae" providerId="LiveId" clId="{D21A6B21-7E71-40A3-9D79-56B2D64359C8}" dt="2026-05-19T15:12:16.691" v="1782" actId="478"/>
          <ac:spMkLst>
            <pc:docMk/>
            <pc:sldMk cId="2584057838" sldId="266"/>
            <ac:spMk id="4" creationId="{1949A664-E34B-AFC3-F475-75DA2ADD8C49}"/>
          </ac:spMkLst>
        </pc:spChg>
        <pc:picChg chg="add mod">
          <ac:chgData name="Kiruthik Pranav" userId="506f8c6ee726b3ae" providerId="LiveId" clId="{D21A6B21-7E71-40A3-9D79-56B2D64359C8}" dt="2026-05-20T06:05:23.677" v="2765" actId="1035"/>
          <ac:picMkLst>
            <pc:docMk/>
            <pc:sldMk cId="2584057838" sldId="266"/>
            <ac:picMk id="4" creationId="{19606ACD-64B2-3BDC-6782-E03D16F20FBB}"/>
          </ac:picMkLst>
        </pc:picChg>
        <pc:picChg chg="add mod modCrop">
          <ac:chgData name="Kiruthik Pranav" userId="506f8c6ee726b3ae" providerId="LiveId" clId="{D21A6B21-7E71-40A3-9D79-56B2D64359C8}" dt="2026-05-19T15:49:13.213" v="1899" actId="1076"/>
          <ac:picMkLst>
            <pc:docMk/>
            <pc:sldMk cId="2584057838" sldId="266"/>
            <ac:picMk id="5" creationId="{2B6AAD13-1012-14C2-F25F-FB2839781D98}"/>
          </ac:picMkLst>
        </pc:picChg>
      </pc:sldChg>
      <pc:sldChg chg="addSp delSp modSp mod modTransition">
        <pc:chgData name="Kiruthik Pranav" userId="506f8c6ee726b3ae" providerId="LiveId" clId="{D21A6B21-7E71-40A3-9D79-56B2D64359C8}" dt="2026-05-20T04:23:52.342" v="2740"/>
        <pc:sldMkLst>
          <pc:docMk/>
          <pc:sldMk cId="2972095509" sldId="267"/>
        </pc:sldMkLst>
        <pc:spChg chg="mod">
          <ac:chgData name="Kiruthik Pranav" userId="506f8c6ee726b3ae" providerId="LiveId" clId="{D21A6B21-7E71-40A3-9D79-56B2D64359C8}" dt="2026-05-19T15:41:59.210" v="1887" actId="1076"/>
          <ac:spMkLst>
            <pc:docMk/>
            <pc:sldMk cId="2972095509" sldId="267"/>
            <ac:spMk id="2" creationId="{81E0B434-5F5D-2C24-905E-034F00286914}"/>
          </ac:spMkLst>
        </pc:spChg>
        <pc:picChg chg="add mod modCrop">
          <ac:chgData name="Kiruthik Pranav" userId="506f8c6ee726b3ae" providerId="LiveId" clId="{D21A6B21-7E71-40A3-9D79-56B2D64359C8}" dt="2026-05-19T15:30:44.820" v="1847" actId="1035"/>
          <ac:picMkLst>
            <pc:docMk/>
            <pc:sldMk cId="2972095509" sldId="267"/>
            <ac:picMk id="4" creationId="{A6AD7D54-8A39-3A5D-E377-07A185D8EA9D}"/>
          </ac:picMkLst>
        </pc:picChg>
        <pc:picChg chg="del mod">
          <ac:chgData name="Kiruthik Pranav" userId="506f8c6ee726b3ae" providerId="LiveId" clId="{D21A6B21-7E71-40A3-9D79-56B2D64359C8}" dt="2026-05-19T15:30:07.726" v="1833" actId="478"/>
          <ac:picMkLst>
            <pc:docMk/>
            <pc:sldMk cId="2972095509" sldId="267"/>
            <ac:picMk id="6" creationId="{183B8816-C5A3-0130-EBE2-9349B76CB571}"/>
          </ac:picMkLst>
        </pc:picChg>
        <pc:picChg chg="add mod">
          <ac:chgData name="Kiruthik Pranav" userId="506f8c6ee726b3ae" providerId="LiveId" clId="{D21A6B21-7E71-40A3-9D79-56B2D64359C8}" dt="2026-05-19T15:30:44.820" v="1847" actId="1035"/>
          <ac:picMkLst>
            <pc:docMk/>
            <pc:sldMk cId="2972095509" sldId="267"/>
            <ac:picMk id="7" creationId="{5F61883C-1D63-7BCE-965F-030827F14B4F}"/>
          </ac:picMkLst>
        </pc:picChg>
      </pc:sldChg>
      <pc:sldChg chg="addSp delSp modSp new mod modTransition modShow">
        <pc:chgData name="Kiruthik Pranav" userId="506f8c6ee726b3ae" providerId="LiveId" clId="{D21A6B21-7E71-40A3-9D79-56B2D64359C8}" dt="2026-05-20T04:25:12.136" v="2758" actId="34476"/>
        <pc:sldMkLst>
          <pc:docMk/>
          <pc:sldMk cId="3162565040" sldId="268"/>
        </pc:sldMkLst>
        <pc:spChg chg="mod">
          <ac:chgData name="Kiruthik Pranav" userId="506f8c6ee726b3ae" providerId="LiveId" clId="{D21A6B21-7E71-40A3-9D79-56B2D64359C8}" dt="2026-05-20T04:03:37.715" v="2512" actId="1076"/>
          <ac:spMkLst>
            <pc:docMk/>
            <pc:sldMk cId="3162565040" sldId="268"/>
            <ac:spMk id="2" creationId="{AB0D60E2-6692-B3A4-C6DE-284215FBC669}"/>
          </ac:spMkLst>
        </pc:spChg>
        <pc:spChg chg="mod">
          <ac:chgData name="Kiruthik Pranav" userId="506f8c6ee726b3ae" providerId="LiveId" clId="{D21A6B21-7E71-40A3-9D79-56B2D64359C8}" dt="2026-05-20T04:03:45.590" v="2530" actId="1036"/>
          <ac:spMkLst>
            <pc:docMk/>
            <pc:sldMk cId="3162565040" sldId="268"/>
            <ac:spMk id="3" creationId="{C2304262-045F-31CE-7B8E-E7438DFC5830}"/>
          </ac:spMkLst>
        </pc:spChg>
        <pc:spChg chg="add del">
          <ac:chgData name="Kiruthik Pranav" userId="506f8c6ee726b3ae" providerId="LiveId" clId="{D21A6B21-7E71-40A3-9D79-56B2D64359C8}" dt="2026-05-20T03:29:59.775" v="2088" actId="22"/>
          <ac:spMkLst>
            <pc:docMk/>
            <pc:sldMk cId="3162565040" sldId="268"/>
            <ac:spMk id="6" creationId="{CBDDA287-B577-9290-9BF8-D5EA27FBE0D7}"/>
          </ac:spMkLst>
        </pc:spChg>
        <pc:spChg chg="mod">
          <ac:chgData name="Kiruthik Pranav" userId="506f8c6ee726b3ae" providerId="LiveId" clId="{D21A6B21-7E71-40A3-9D79-56B2D64359C8}" dt="2026-05-20T04:04:06.774" v="2540" actId="1035"/>
          <ac:spMkLst>
            <pc:docMk/>
            <pc:sldMk cId="3162565040" sldId="268"/>
            <ac:spMk id="7" creationId="{CFA55635-7E31-40D7-A073-E896E2A35203}"/>
          </ac:spMkLst>
        </pc:spChg>
        <pc:spChg chg="add mod">
          <ac:chgData name="Kiruthik Pranav" userId="506f8c6ee726b3ae" providerId="LiveId" clId="{D21A6B21-7E71-40A3-9D79-56B2D64359C8}" dt="2026-05-20T04:02:33.868" v="2505" actId="1035"/>
          <ac:spMkLst>
            <pc:docMk/>
            <pc:sldMk cId="3162565040" sldId="268"/>
            <ac:spMk id="14" creationId="{27AB4CED-D8F2-C0E4-14A4-75A4F1E82465}"/>
          </ac:spMkLst>
        </pc:spChg>
        <pc:spChg chg="add mod">
          <ac:chgData name="Kiruthik Pranav" userId="506f8c6ee726b3ae" providerId="LiveId" clId="{D21A6B21-7E71-40A3-9D79-56B2D64359C8}" dt="2026-05-20T04:02:33.868" v="2505" actId="1035"/>
          <ac:spMkLst>
            <pc:docMk/>
            <pc:sldMk cId="3162565040" sldId="268"/>
            <ac:spMk id="15" creationId="{75FF32FE-4BB5-7A01-1FB1-48AD06200D6D}"/>
          </ac:spMkLst>
        </pc:spChg>
        <pc:spChg chg="add mod">
          <ac:chgData name="Kiruthik Pranav" userId="506f8c6ee726b3ae" providerId="LiveId" clId="{D21A6B21-7E71-40A3-9D79-56B2D64359C8}" dt="2026-05-20T04:02:33.868" v="2505" actId="1035"/>
          <ac:spMkLst>
            <pc:docMk/>
            <pc:sldMk cId="3162565040" sldId="268"/>
            <ac:spMk id="16" creationId="{4E068C86-AA59-2F81-308D-9B91584EE462}"/>
          </ac:spMkLst>
        </pc:spChg>
        <pc:spChg chg="add del">
          <ac:chgData name="Kiruthik Pranav" userId="506f8c6ee726b3ae" providerId="LiveId" clId="{D21A6B21-7E71-40A3-9D79-56B2D64359C8}" dt="2026-05-20T04:02:54.652" v="2507" actId="22"/>
          <ac:spMkLst>
            <pc:docMk/>
            <pc:sldMk cId="3162565040" sldId="268"/>
            <ac:spMk id="18" creationId="{988E0A68-63DB-1AA4-F149-73B89CB0899F}"/>
          </ac:spMkLst>
        </pc:spChg>
        <pc:spChg chg="add mod ord">
          <ac:chgData name="Kiruthik Pranav" userId="506f8c6ee726b3ae" providerId="LiveId" clId="{D21A6B21-7E71-40A3-9D79-56B2D64359C8}" dt="2026-05-20T04:03:45.590" v="2530" actId="1036"/>
          <ac:spMkLst>
            <pc:docMk/>
            <pc:sldMk cId="3162565040" sldId="268"/>
            <ac:spMk id="19" creationId="{E1792B6F-D2CF-FA27-BFE1-533F5F25CA74}"/>
          </ac:spMkLst>
        </pc:spChg>
        <pc:picChg chg="del mod">
          <ac:chgData name="Kiruthik Pranav" userId="506f8c6ee726b3ae" providerId="LiveId" clId="{D21A6B21-7E71-40A3-9D79-56B2D64359C8}" dt="2026-05-20T03:59:14.314" v="2419" actId="478"/>
          <ac:picMkLst>
            <pc:docMk/>
            <pc:sldMk cId="3162565040" sldId="268"/>
            <ac:picMk id="8" creationId="{0D633F20-6247-7B34-091F-E005C2FB3C89}"/>
          </ac:picMkLst>
        </pc:picChg>
        <pc:picChg chg="del mod">
          <ac:chgData name="Kiruthik Pranav" userId="506f8c6ee726b3ae" providerId="LiveId" clId="{D21A6B21-7E71-40A3-9D79-56B2D64359C8}" dt="2026-05-20T03:59:11.324" v="2417" actId="478"/>
          <ac:picMkLst>
            <pc:docMk/>
            <pc:sldMk cId="3162565040" sldId="268"/>
            <ac:picMk id="9" creationId="{E3B8C015-EF23-4D77-5C8A-93C88896FC69}"/>
          </ac:picMkLst>
        </pc:picChg>
        <pc:picChg chg="mod">
          <ac:chgData name="Kiruthik Pranav" userId="506f8c6ee726b3ae" providerId="LiveId" clId="{D21A6B21-7E71-40A3-9D79-56B2D64359C8}" dt="2026-05-20T04:02:33.868" v="2505" actId="1035"/>
          <ac:picMkLst>
            <pc:docMk/>
            <pc:sldMk cId="3162565040" sldId="268"/>
            <ac:picMk id="10" creationId="{C02420F2-9A95-5135-52B2-50B850CD3956}"/>
          </ac:picMkLst>
        </pc:picChg>
        <pc:picChg chg="add mod modCrop">
          <ac:chgData name="Kiruthik Pranav" userId="506f8c6ee726b3ae" providerId="LiveId" clId="{D21A6B21-7E71-40A3-9D79-56B2D64359C8}" dt="2026-05-20T04:02:33.868" v="2505" actId="1035"/>
          <ac:picMkLst>
            <pc:docMk/>
            <pc:sldMk cId="3162565040" sldId="268"/>
            <ac:picMk id="11" creationId="{8D36FE5E-1752-F06F-990A-F4705EF32042}"/>
          </ac:picMkLst>
        </pc:picChg>
        <pc:picChg chg="add del">
          <ac:chgData name="Kiruthik Pranav" userId="506f8c6ee726b3ae" providerId="LiveId" clId="{D21A6B21-7E71-40A3-9D79-56B2D64359C8}" dt="2026-05-20T03:58:25.914" v="2403" actId="22"/>
          <ac:picMkLst>
            <pc:docMk/>
            <pc:sldMk cId="3162565040" sldId="268"/>
            <ac:picMk id="12" creationId="{A9257B2C-05B0-3ECB-3BA2-3E5F37F9B8C1}"/>
          </ac:picMkLst>
        </pc:picChg>
        <pc:picChg chg="add mod modCrop">
          <ac:chgData name="Kiruthik Pranav" userId="506f8c6ee726b3ae" providerId="LiveId" clId="{D21A6B21-7E71-40A3-9D79-56B2D64359C8}" dt="2026-05-20T04:02:33.868" v="2505" actId="1035"/>
          <ac:picMkLst>
            <pc:docMk/>
            <pc:sldMk cId="3162565040" sldId="268"/>
            <ac:picMk id="13" creationId="{948EBC88-0C30-5095-045A-38284F394E32}"/>
          </ac:picMkLst>
        </pc:picChg>
      </pc:sldChg>
      <pc:sldChg chg="modSp mod">
        <pc:chgData name="Kiruthik Pranav" userId="506f8c6ee726b3ae" providerId="LiveId" clId="{D21A6B21-7E71-40A3-9D79-56B2D64359C8}" dt="2026-05-20T06:23:15.494" v="2769" actId="14100"/>
        <pc:sldMkLst>
          <pc:docMk/>
          <pc:sldMk cId="144898270" sldId="269"/>
        </pc:sldMkLst>
        <pc:picChg chg="mod">
          <ac:chgData name="Kiruthik Pranav" userId="506f8c6ee726b3ae" providerId="LiveId" clId="{D21A6B21-7E71-40A3-9D79-56B2D64359C8}" dt="2026-05-20T06:23:15.282" v="2768" actId="14100"/>
          <ac:picMkLst>
            <pc:docMk/>
            <pc:sldMk cId="144898270" sldId="269"/>
            <ac:picMk id="9" creationId="{1FF06B20-8079-9E51-3BAE-0AB596413734}"/>
          </ac:picMkLst>
        </pc:picChg>
        <pc:picChg chg="mod">
          <ac:chgData name="Kiruthik Pranav" userId="506f8c6ee726b3ae" providerId="LiveId" clId="{D21A6B21-7E71-40A3-9D79-56B2D64359C8}" dt="2026-05-20T06:23:15.494" v="2769" actId="14100"/>
          <ac:picMkLst>
            <pc:docMk/>
            <pc:sldMk cId="144898270" sldId="269"/>
            <ac:picMk id="14" creationId="{A450B194-9569-6D17-544E-4843F9EDDE23}"/>
          </ac:picMkLst>
        </pc:picChg>
      </pc:sldChg>
      <pc:sldMasterChg chg="setBg modSldLayout">
        <pc:chgData name="Kiruthik Pranav" userId="506f8c6ee726b3ae" providerId="LiveId" clId="{D21A6B21-7E71-40A3-9D79-56B2D64359C8}" dt="2026-05-17T11:46:15.959" v="995"/>
        <pc:sldMasterMkLst>
          <pc:docMk/>
          <pc:sldMasterMk cId="973103321" sldId="2147483678"/>
        </pc:sldMasterMkLst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4159656092" sldId="2147483679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2247529330" sldId="2147483680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502836348" sldId="2147483681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4127439359" sldId="2147483682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1440235938" sldId="2147483683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2699533769" sldId="2147483684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1882017930" sldId="2147483685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3976999146" sldId="2147483686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2351668287" sldId="2147483687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2147697321" sldId="2147483688"/>
          </pc:sldLayoutMkLst>
        </pc:sldLayoutChg>
        <pc:sldLayoutChg chg="setBg">
          <pc:chgData name="Kiruthik Pranav" userId="506f8c6ee726b3ae" providerId="LiveId" clId="{D21A6B21-7E71-40A3-9D79-56B2D64359C8}" dt="2026-05-17T11:46:15.959" v="995"/>
          <pc:sldLayoutMkLst>
            <pc:docMk/>
            <pc:sldMasterMk cId="973103321" sldId="2147483678"/>
            <pc:sldLayoutMk cId="455293541" sldId="2147483689"/>
          </pc:sldLayoutMkLst>
        </pc:sldLayoutChg>
      </pc:sldMasterChg>
    </pc:docChg>
  </pc:docChgLst>
  <pc:docChgLst>
    <pc:chgData name="Guest User" providerId="Windows Live" clId="Web-{98C354B4-8C78-EDC7-D58B-F9ECA7CCBC3D}"/>
    <pc:docChg chg="addSld delSld modSld">
      <pc:chgData name="Guest User" userId="" providerId="Windows Live" clId="Web-{98C354B4-8C78-EDC7-D58B-F9ECA7CCBC3D}" dt="2026-05-19T11:50:35.793" v="15"/>
      <pc:docMkLst>
        <pc:docMk/>
      </pc:docMkLst>
      <pc:sldChg chg="addSp delSp modSp new add del mod setBg">
        <pc:chgData name="Guest User" userId="" providerId="Windows Live" clId="Web-{98C354B4-8C78-EDC7-D58B-F9ECA7CCBC3D}" dt="2026-05-19T11:50:35.793" v="15"/>
        <pc:sldMkLst>
          <pc:docMk/>
          <pc:sldMk cId="1266221156" sldId="265"/>
        </pc:sldMkLst>
        <pc:spChg chg="del">
          <ac:chgData name="Guest User" userId="" providerId="Windows Live" clId="Web-{98C354B4-8C78-EDC7-D58B-F9ECA7CCBC3D}" dt="2026-05-19T11:49:49.340" v="10"/>
          <ac:spMkLst>
            <pc:docMk/>
            <pc:sldMk cId="1266221156" sldId="265"/>
            <ac:spMk id="2" creationId="{4352EDB4-72E4-3E59-D079-1E7B4E6B7A5C}"/>
          </ac:spMkLst>
        </pc:spChg>
        <pc:spChg chg="del mod">
          <ac:chgData name="Guest User" userId="" providerId="Windows Live" clId="Web-{98C354B4-8C78-EDC7-D58B-F9ECA7CCBC3D}" dt="2026-05-19T11:49:49.340" v="9"/>
          <ac:spMkLst>
            <pc:docMk/>
            <pc:sldMk cId="1266221156" sldId="265"/>
            <ac:spMk id="3" creationId="{A74BD1A1-3411-9AF2-D10F-9595CB70C197}"/>
          </ac:spMkLst>
        </pc:spChg>
        <pc:spChg chg="del mod">
          <ac:chgData name="Guest User" userId="" providerId="Windows Live" clId="Web-{98C354B4-8C78-EDC7-D58B-F9ECA7CCBC3D}" dt="2026-05-19T11:49:49.340" v="8"/>
          <ac:spMkLst>
            <pc:docMk/>
            <pc:sldMk cId="1266221156" sldId="265"/>
            <ac:spMk id="4" creationId="{D8EC7938-280C-CD23-61F5-B7FDA27E5674}"/>
          </ac:spMkLst>
        </pc:spChg>
        <pc:spChg chg="add del">
          <ac:chgData name="Guest User" userId="" providerId="Windows Live" clId="Web-{98C354B4-8C78-EDC7-D58B-F9ECA7CCBC3D}" dt="2026-05-19T11:50:35.793" v="15"/>
          <ac:spMkLst>
            <pc:docMk/>
            <pc:sldMk cId="1266221156" sldId="265"/>
            <ac:spMk id="10" creationId="{AB8C311F-7253-4AED-9701-7FC0708C41C7}"/>
          </ac:spMkLst>
        </pc:spChg>
        <pc:spChg chg="add del">
          <ac:chgData name="Guest User" userId="" providerId="Windows Live" clId="Web-{98C354B4-8C78-EDC7-D58B-F9ECA7CCBC3D}" dt="2026-05-19T11:50:35.793" v="15"/>
          <ac:spMkLst>
            <pc:docMk/>
            <pc:sldMk cId="1266221156" sldId="265"/>
            <ac:spMk id="12" creationId="{E2384209-CB15-4CDF-9D31-C44FD9A3F20D}"/>
          </ac:spMkLst>
        </pc:spChg>
        <pc:spChg chg="add del">
          <ac:chgData name="Guest User" userId="" providerId="Windows Live" clId="Web-{98C354B4-8C78-EDC7-D58B-F9ECA7CCBC3D}" dt="2026-05-19T11:50:35.793" v="15"/>
          <ac:spMkLst>
            <pc:docMk/>
            <pc:sldMk cId="1266221156" sldId="265"/>
            <ac:spMk id="14" creationId="{2633B3B5-CC90-43F0-8714-D31D1F3F0209}"/>
          </ac:spMkLst>
        </pc:spChg>
        <pc:spChg chg="add del">
          <ac:chgData name="Guest User" userId="" providerId="Windows Live" clId="Web-{98C354B4-8C78-EDC7-D58B-F9ECA7CCBC3D}" dt="2026-05-19T11:50:35.793" v="15"/>
          <ac:spMkLst>
            <pc:docMk/>
            <pc:sldMk cId="1266221156" sldId="265"/>
            <ac:spMk id="16" creationId="{A8D57A06-A426-446D-B02C-A2DC6B62E45E}"/>
          </ac:spMkLst>
        </pc:spChg>
        <pc:picChg chg="add mod">
          <ac:chgData name="Guest User" userId="" providerId="Windows Live" clId="Web-{98C354B4-8C78-EDC7-D58B-F9ECA7CCBC3D}" dt="2026-05-19T11:50:35.793" v="15"/>
          <ac:picMkLst>
            <pc:docMk/>
            <pc:sldMk cId="1266221156" sldId="265"/>
            <ac:picMk id="5" creationId="{2B6AAD13-1012-14C2-F25F-FB2839781D98}"/>
          </ac:picMkLst>
        </pc:picChg>
      </pc:sldChg>
    </pc:docChg>
  </pc:docChgLst>
  <pc:docChgLst>
    <pc:chgData name="Guest User" providerId="Windows Live" clId="Web-{ACE4773E-2D78-DBB0-742F-9789FB501337}"/>
    <pc:docChg chg="modSld">
      <pc:chgData name="Guest User" userId="" providerId="Windows Live" clId="Web-{ACE4773E-2D78-DBB0-742F-9789FB501337}" dt="2026-05-18T05:11:47.828" v="61"/>
      <pc:docMkLst>
        <pc:docMk/>
      </pc:docMkLst>
      <pc:sldChg chg="addSp modSp">
        <pc:chgData name="Guest User" userId="" providerId="Windows Live" clId="Web-{ACE4773E-2D78-DBB0-742F-9789FB501337}" dt="2026-05-18T05:11:47.828" v="61"/>
        <pc:sldMkLst>
          <pc:docMk/>
          <pc:sldMk cId="2096703412" sldId="257"/>
        </pc:sldMkLst>
        <pc:spChg chg="add mod">
          <ac:chgData name="Guest User" userId="" providerId="Windows Live" clId="Web-{ACE4773E-2D78-DBB0-742F-9789FB501337}" dt="2026-05-18T05:11:47.828" v="61"/>
          <ac:spMkLst>
            <pc:docMk/>
            <pc:sldMk cId="2096703412" sldId="257"/>
            <ac:spMk id="2" creationId="{1032C6C8-C493-4CC5-BBBE-636D9A72EFF6}"/>
          </ac:spMkLst>
        </pc:spChg>
      </pc:sldChg>
    </pc:docChg>
  </pc:docChgLst>
  <pc:docChgLst>
    <pc:chgData name="Guest User" providerId="Windows Live" clId="Web-{1DE578CE-C373-1930-1CFA-F8508D452087}"/>
    <pc:docChg chg="addSld delSld modSld">
      <pc:chgData name="Guest User" userId="" providerId="Windows Live" clId="Web-{1DE578CE-C373-1930-1CFA-F8508D452087}" dt="2026-05-20T06:31:06.570" v="217"/>
      <pc:docMkLst>
        <pc:docMk/>
      </pc:docMkLst>
      <pc:sldChg chg="addSp delSp modSp mod setBg">
        <pc:chgData name="Guest User" userId="" providerId="Windows Live" clId="Web-{1DE578CE-C373-1930-1CFA-F8508D452087}" dt="2026-05-20T04:27:52.947" v="4" actId="1076"/>
        <pc:sldMkLst>
          <pc:docMk/>
          <pc:sldMk cId="2584057838" sldId="266"/>
        </pc:sldMkLst>
        <pc:spChg chg="add del">
          <ac:chgData name="Guest User" userId="" providerId="Windows Live" clId="Web-{1DE578CE-C373-1930-1CFA-F8508D452087}" dt="2026-05-20T04:26:41.507" v="3"/>
          <ac:spMkLst>
            <pc:docMk/>
            <pc:sldMk cId="2584057838" sldId="266"/>
            <ac:spMk id="7" creationId="{42A4FC2C-047E-45A5-965D-8E1E3BF09BC6}"/>
          </ac:spMkLst>
        </pc:spChg>
        <pc:picChg chg="add mod">
          <ac:chgData name="Guest User" userId="" providerId="Windows Live" clId="Web-{1DE578CE-C373-1930-1CFA-F8508D452087}" dt="2026-05-20T04:27:52.947" v="4" actId="1076"/>
          <ac:picMkLst>
            <pc:docMk/>
            <pc:sldMk cId="2584057838" sldId="266"/>
            <ac:picMk id="2" creationId="{EE2A73EA-351B-B8F1-B5F5-5C9AA0C8152E}"/>
          </ac:picMkLst>
        </pc:picChg>
        <pc:picChg chg="del">
          <ac:chgData name="Guest User" userId="" providerId="Windows Live" clId="Web-{1DE578CE-C373-1930-1CFA-F8508D452087}" dt="2026-05-20T04:26:19.287" v="0"/>
          <ac:picMkLst>
            <pc:docMk/>
            <pc:sldMk cId="2584057838" sldId="266"/>
            <ac:picMk id="5" creationId="{2B6AAD13-1012-14C2-F25F-FB2839781D98}"/>
          </ac:picMkLst>
        </pc:picChg>
      </pc:sldChg>
      <pc:sldChg chg="addSp delSp modSp new del">
        <pc:chgData name="Guest User" userId="" providerId="Windows Live" clId="Web-{1DE578CE-C373-1930-1CFA-F8508D452087}" dt="2026-05-20T06:31:06.570" v="217"/>
        <pc:sldMkLst>
          <pc:docMk/>
          <pc:sldMk cId="144898270" sldId="269"/>
        </pc:sldMkLst>
        <pc:spChg chg="del">
          <ac:chgData name="Guest User" userId="" providerId="Windows Live" clId="Web-{1DE578CE-C373-1930-1CFA-F8508D452087}" dt="2026-05-20T06:07:05.024" v="8"/>
          <ac:spMkLst>
            <pc:docMk/>
            <pc:sldMk cId="144898270" sldId="269"/>
            <ac:spMk id="2" creationId="{6FD6EE42-56DB-91DD-7065-CDEFF7B39058}"/>
          </ac:spMkLst>
        </pc:spChg>
        <pc:spChg chg="del">
          <ac:chgData name="Guest User" userId="" providerId="Windows Live" clId="Web-{1DE578CE-C373-1930-1CFA-F8508D452087}" dt="2026-05-20T06:07:05.024" v="7"/>
          <ac:spMkLst>
            <pc:docMk/>
            <pc:sldMk cId="144898270" sldId="269"/>
            <ac:spMk id="3" creationId="{28AD2B98-35A2-57C6-8E2D-8E8C20DD1266}"/>
          </ac:spMkLst>
        </pc:spChg>
        <pc:spChg chg="del">
          <ac:chgData name="Guest User" userId="" providerId="Windows Live" clId="Web-{1DE578CE-C373-1930-1CFA-F8508D452087}" dt="2026-05-20T06:07:05.024" v="6"/>
          <ac:spMkLst>
            <pc:docMk/>
            <pc:sldMk cId="144898270" sldId="269"/>
            <ac:spMk id="4" creationId="{CBE810A6-D865-C0B7-55D6-081955326321}"/>
          </ac:spMkLst>
        </pc:spChg>
        <pc:spChg chg="add mod">
          <ac:chgData name="Guest User" userId="" providerId="Windows Live" clId="Web-{1DE578CE-C373-1930-1CFA-F8508D452087}" dt="2026-05-20T06:08:27.527" v="31" actId="1076"/>
          <ac:spMkLst>
            <pc:docMk/>
            <pc:sldMk cId="144898270" sldId="269"/>
            <ac:spMk id="5" creationId="{75C89766-9CDD-725C-3209-AC1C5F9BEE70}"/>
          </ac:spMkLst>
        </pc:spChg>
        <pc:spChg chg="add del">
          <ac:chgData name="Guest User" userId="" providerId="Windows Live" clId="Web-{1DE578CE-C373-1930-1CFA-F8508D452087}" dt="2026-05-20T06:11:09.360" v="40"/>
          <ac:spMkLst>
            <pc:docMk/>
            <pc:sldMk cId="144898270" sldId="269"/>
            <ac:spMk id="7" creationId="{04ECCD67-933A-0AB3-AA2B-20AC52078599}"/>
          </ac:spMkLst>
        </pc:spChg>
        <pc:spChg chg="add mod">
          <ac:chgData name="Guest User" userId="" providerId="Windows Live" clId="Web-{1DE578CE-C373-1930-1CFA-F8508D452087}" dt="2026-05-20T06:28:53.879" v="188" actId="20577"/>
          <ac:spMkLst>
            <pc:docMk/>
            <pc:sldMk cId="144898270" sldId="269"/>
            <ac:spMk id="8" creationId="{46BE05A8-3AF2-E4DD-C8BD-F1BA96D493E9}"/>
          </ac:spMkLst>
        </pc:spChg>
        <pc:spChg chg="add mod">
          <ac:chgData name="Guest User" userId="" providerId="Windows Live" clId="Web-{1DE578CE-C373-1930-1CFA-F8508D452087}" dt="2026-05-20T06:30:39.085" v="216" actId="1076"/>
          <ac:spMkLst>
            <pc:docMk/>
            <pc:sldMk cId="144898270" sldId="269"/>
            <ac:spMk id="15" creationId="{64EC0CF3-6AB4-E6EC-8001-F2D35D1557A4}"/>
          </ac:spMkLst>
        </pc:spChg>
        <pc:picChg chg="add mod">
          <ac:chgData name="Guest User" userId="" providerId="Windows Live" clId="Web-{1DE578CE-C373-1930-1CFA-F8508D452087}" dt="2026-05-20T06:12:10.565" v="41" actId="1076"/>
          <ac:picMkLst>
            <pc:docMk/>
            <pc:sldMk cId="144898270" sldId="269"/>
            <ac:picMk id="6" creationId="{26BC7645-0E7E-6674-C131-CF2CD4B4A632}"/>
          </ac:picMkLst>
        </pc:picChg>
        <pc:picChg chg="add mod">
          <ac:chgData name="Guest User" userId="" providerId="Windows Live" clId="Web-{1DE578CE-C373-1930-1CFA-F8508D452087}" dt="2026-05-20T06:27:37.814" v="169" actId="1076"/>
          <ac:picMkLst>
            <pc:docMk/>
            <pc:sldMk cId="144898270" sldId="269"/>
            <ac:picMk id="9" creationId="{1FF06B20-8079-9E51-3BAE-0AB596413734}"/>
          </ac:picMkLst>
        </pc:picChg>
        <pc:picChg chg="add del mod">
          <ac:chgData name="Guest User" userId="" providerId="Windows Live" clId="Web-{1DE578CE-C373-1930-1CFA-F8508D452087}" dt="2026-05-20T06:20:09.158" v="142"/>
          <ac:picMkLst>
            <pc:docMk/>
            <pc:sldMk cId="144898270" sldId="269"/>
            <ac:picMk id="10" creationId="{481C7FFD-31F3-BA2C-1416-CCFF342A75FB}"/>
          </ac:picMkLst>
        </pc:picChg>
        <pc:picChg chg="add mod">
          <ac:chgData name="Guest User" userId="" providerId="Windows Live" clId="Web-{1DE578CE-C373-1930-1CFA-F8508D452087}" dt="2026-05-20T06:29:33.380" v="196" actId="1076"/>
          <ac:picMkLst>
            <pc:docMk/>
            <pc:sldMk cId="144898270" sldId="269"/>
            <ac:picMk id="11" creationId="{8A3D2FE0-68A8-3E67-DC41-91E7766E0029}"/>
          </ac:picMkLst>
        </pc:picChg>
        <pc:picChg chg="add mod">
          <ac:chgData name="Guest User" userId="" providerId="Windows Live" clId="Web-{1DE578CE-C373-1930-1CFA-F8508D452087}" dt="2026-05-20T06:29:42.333" v="199" actId="1076"/>
          <ac:picMkLst>
            <pc:docMk/>
            <pc:sldMk cId="144898270" sldId="269"/>
            <ac:picMk id="12" creationId="{6709940B-7905-8C87-104E-E3A27D5F0E09}"/>
          </ac:picMkLst>
        </pc:picChg>
        <pc:picChg chg="add mod">
          <ac:chgData name="Guest User" userId="" providerId="Windows Live" clId="Web-{1DE578CE-C373-1930-1CFA-F8508D452087}" dt="2026-05-20T06:29:52.709" v="202" actId="1076"/>
          <ac:picMkLst>
            <pc:docMk/>
            <pc:sldMk cId="144898270" sldId="269"/>
            <ac:picMk id="13" creationId="{526FECD2-2117-BC8D-7A24-70C8D6D86C3F}"/>
          </ac:picMkLst>
        </pc:picChg>
        <pc:picChg chg="add mod">
          <ac:chgData name="Guest User" userId="" providerId="Windows Live" clId="Web-{1DE578CE-C373-1930-1CFA-F8508D452087}" dt="2026-05-20T06:29:25.926" v="194" actId="1076"/>
          <ac:picMkLst>
            <pc:docMk/>
            <pc:sldMk cId="144898270" sldId="269"/>
            <ac:picMk id="14" creationId="{A450B194-9569-6D17-544E-4843F9EDDE23}"/>
          </ac:picMkLst>
        </pc:picChg>
      </pc:sldChg>
      <pc:sldChg chg="new del">
        <pc:chgData name="Guest User" userId="" providerId="Windows Live" clId="Web-{1DE578CE-C373-1930-1CFA-F8508D452087}" dt="2026-05-20T06:12:16.987" v="43"/>
        <pc:sldMkLst>
          <pc:docMk/>
          <pc:sldMk cId="956151276" sldId="270"/>
        </pc:sldMkLst>
      </pc:sldChg>
    </pc:docChg>
  </pc:docChgLst>
  <pc:docChgLst>
    <pc:chgData name="Guest User" providerId="Windows Live" clId="Web-{F8F9E13E-5AC9-21FB-27D8-4ED41175735B}"/>
    <pc:docChg chg="modSld">
      <pc:chgData name="Guest User" userId="" providerId="Windows Live" clId="Web-{F8F9E13E-5AC9-21FB-27D8-4ED41175735B}" dt="2026-05-19T04:31:56.136" v="0" actId="20577"/>
      <pc:docMkLst>
        <pc:docMk/>
      </pc:docMkLst>
      <pc:sldChg chg="modSp">
        <pc:chgData name="Guest User" userId="" providerId="Windows Live" clId="Web-{F8F9E13E-5AC9-21FB-27D8-4ED41175735B}" dt="2026-05-19T04:31:56.136" v="0" actId="20577"/>
        <pc:sldMkLst>
          <pc:docMk/>
          <pc:sldMk cId="2096703412" sldId="257"/>
        </pc:sldMkLst>
        <pc:spChg chg="mod">
          <ac:chgData name="Guest User" userId="" providerId="Windows Live" clId="Web-{F8F9E13E-5AC9-21FB-27D8-4ED41175735B}" dt="2026-05-19T04:31:56.136" v="0" actId="20577"/>
          <ac:spMkLst>
            <pc:docMk/>
            <pc:sldMk cId="2096703412" sldId="257"/>
            <ac:spMk id="6" creationId="{67030245-66F2-36C9-ACD0-C0908F17C50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91FD2-9748-4120-A39C-2DCD4CC3CDF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6C16C-CA60-4E98-976C-32F74815E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2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C16C-CA60-4E98-976C-32F74815E7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04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5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2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3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3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3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3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1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9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9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9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rgbClr val="652B91"/>
            </a:gs>
            <a:gs pos="40000">
              <a:srgbClr val="9148C8"/>
            </a:gs>
            <a:gs pos="62000">
              <a:srgbClr val="9148C8"/>
            </a:gs>
            <a:gs pos="93000">
              <a:srgbClr val="652B9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8228-EAB7-5DE9-C8BA-5FAD182F2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6012" y="2287485"/>
            <a:ext cx="5869858" cy="1769652"/>
          </a:xfrm>
        </p:spPr>
        <p:txBody>
          <a:bodyPr>
            <a:normAutofit/>
          </a:bodyPr>
          <a:lstStyle/>
          <a:p>
            <a:r>
              <a:rPr lang="en-US" sz="11500" b="1" i="1" err="1">
                <a:solidFill>
                  <a:schemeClr val="bg1"/>
                </a:solidFill>
              </a:rPr>
              <a:t>Learnora</a:t>
            </a:r>
            <a:endParaRPr lang="en-US" sz="11500" b="1" i="1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2E26E84-52E2-9AF3-A58E-62DFB62D6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5097" y="4101332"/>
            <a:ext cx="4404852" cy="80281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4000" i="1">
                <a:solidFill>
                  <a:schemeClr val="bg1"/>
                </a:solidFill>
              </a:rPr>
              <a:t>~ Learning Simplified</a:t>
            </a:r>
          </a:p>
        </p:txBody>
      </p:sp>
      <p:pic>
        <p:nvPicPr>
          <p:cNvPr id="6" name="Picture 6" descr="Home - APU Library Website">
            <a:extLst>
              <a:ext uri="{FF2B5EF4-FFF2-40B4-BE49-F238E27FC236}">
                <a16:creationId xmlns:a16="http://schemas.microsoft.com/office/drawing/2014/main" id="{07AF27E0-BB84-B53F-A326-5CA777404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62" t="6675" r="36018" b="23973"/>
          <a:stretch>
            <a:fillRect/>
          </a:stretch>
        </p:blipFill>
        <p:spPr bwMode="auto">
          <a:xfrm>
            <a:off x="894992" y="729279"/>
            <a:ext cx="909091" cy="75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ome - APU Library Website">
            <a:extLst>
              <a:ext uri="{FF2B5EF4-FFF2-40B4-BE49-F238E27FC236}">
                <a16:creationId xmlns:a16="http://schemas.microsoft.com/office/drawing/2014/main" id="{F5A6D6DA-623E-D47C-9D9B-2F27299612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7676" r="63539" b="23973"/>
          <a:stretch>
            <a:fillRect/>
          </a:stretch>
        </p:blipFill>
        <p:spPr bwMode="auto">
          <a:xfrm>
            <a:off x="1756458" y="690206"/>
            <a:ext cx="2170607" cy="94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Cloud Cash &amp; Credit Corner - AWS, Google Cloud &amp; Azure Funding Programs">
            <a:extLst>
              <a:ext uri="{FF2B5EF4-FFF2-40B4-BE49-F238E27FC236}">
                <a16:creationId xmlns:a16="http://schemas.microsoft.com/office/drawing/2014/main" id="{C4F4DFCD-485D-ADD0-60E7-F239D06EB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317" y="827021"/>
            <a:ext cx="927522" cy="55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29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5012DA-AF7D-9E84-30F2-FA10E0F61649}"/>
              </a:ext>
            </a:extLst>
          </p:cNvPr>
          <p:cNvSpPr/>
          <p:nvPr/>
        </p:nvSpPr>
        <p:spPr>
          <a:xfrm>
            <a:off x="503853" y="2295331"/>
            <a:ext cx="11290041" cy="2071396"/>
          </a:xfrm>
          <a:prstGeom prst="roundRect">
            <a:avLst/>
          </a:prstGeom>
          <a:solidFill>
            <a:srgbClr val="652B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B176-6CD5-D9A4-3B4B-F824F0AD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ea typeface="Calibri Light"/>
                <a:cs typeface="Calibri Light"/>
              </a:rPr>
              <a:t>INTRODUCTION</a:t>
            </a:r>
            <a:endParaRPr lang="en-US" sz="4000" b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A9E10-FF5C-408E-1081-21B203D56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77" y="2901629"/>
            <a:ext cx="10666445" cy="9705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Traditional learning methods use a one-size-fits-all approach that does not meet individual student needs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EF6D31-0A36-8A82-6D46-363B5588F046}"/>
              </a:ext>
            </a:extLst>
          </p:cNvPr>
          <p:cNvSpPr/>
          <p:nvPr/>
        </p:nvSpPr>
        <p:spPr>
          <a:xfrm>
            <a:off x="503853" y="1933284"/>
            <a:ext cx="11290041" cy="3760429"/>
          </a:xfrm>
          <a:prstGeom prst="roundRect">
            <a:avLst/>
          </a:prstGeom>
          <a:solidFill>
            <a:srgbClr val="652B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2BDF6A-1987-2B9D-356C-F3EE296D4CC6}"/>
              </a:ext>
            </a:extLst>
          </p:cNvPr>
          <p:cNvSpPr txBox="1">
            <a:spLocks/>
          </p:cNvSpPr>
          <p:nvPr/>
        </p:nvSpPr>
        <p:spPr>
          <a:xfrm>
            <a:off x="691242" y="2109721"/>
            <a:ext cx="10666445" cy="367587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Problems faced: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Lose focus during long lessons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Hard to understand difficult topics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Lack immediate support outside classroom hours – reduced learning efficiency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Non-personalized information</a:t>
            </a:r>
          </a:p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Rely on generalized teaching methods – hard to provide equal attention</a:t>
            </a:r>
          </a:p>
        </p:txBody>
      </p:sp>
    </p:spTree>
    <p:extLst>
      <p:ext uri="{BB962C8B-B14F-4D97-AF65-F5344CB8AC3E}">
        <p14:creationId xmlns:p14="http://schemas.microsoft.com/office/powerpoint/2010/main" val="3803731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A1DFE8-F7CB-189F-69E6-FE57C5357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2" y="721876"/>
            <a:ext cx="4724569" cy="218511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B41A4F68-3314-A460-F673-8496D982A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825" y="735145"/>
            <a:ext cx="4732940" cy="21298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470020F-906B-6D2F-C78C-E40820ED6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15" y="3828067"/>
            <a:ext cx="4724569" cy="2232359"/>
          </a:xfrm>
          <a:prstGeom prst="rect">
            <a:avLst/>
          </a:prstGeom>
        </p:spPr>
      </p:pic>
      <p:pic>
        <p:nvPicPr>
          <p:cNvPr id="6" name="Picture 5" descr="A blue circle with a red triangle&#10;&#10;AI-generated content may be incorrect.">
            <a:extLst>
              <a:ext uri="{FF2B5EF4-FFF2-40B4-BE49-F238E27FC236}">
                <a16:creationId xmlns:a16="http://schemas.microsoft.com/office/drawing/2014/main" id="{7F5E03AA-A2B0-5D2D-4F8C-B960D8F96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955" y="3671316"/>
            <a:ext cx="4621662" cy="25534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596979-367C-B61C-0D75-168952EFA8A3}"/>
              </a:ext>
            </a:extLst>
          </p:cNvPr>
          <p:cNvSpPr txBox="1"/>
          <p:nvPr/>
        </p:nvSpPr>
        <p:spPr>
          <a:xfrm>
            <a:off x="1234551" y="2899264"/>
            <a:ext cx="56931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200">
                <a:ea typeface="Calibri"/>
                <a:cs typeface="Calibri"/>
              </a:rPr>
              <a:t>Face challenges in time management &amp; student </a:t>
            </a:r>
            <a:r>
              <a:rPr lang="en-US" sz="1200" err="1">
                <a:ea typeface="Calibri"/>
                <a:cs typeface="Calibri"/>
              </a:rPr>
              <a:t>organisation</a:t>
            </a:r>
            <a:endParaRPr lang="en-US" sz="120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sz="1200">
                <a:ea typeface="Calibri"/>
                <a:cs typeface="Calibri"/>
              </a:rPr>
              <a:t>Structured learning support- stay on track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D548E-B45E-A98D-7AED-297C4DAA3F3A}"/>
              </a:ext>
            </a:extLst>
          </p:cNvPr>
          <p:cNvSpPr txBox="1"/>
          <p:nvPr/>
        </p:nvSpPr>
        <p:spPr>
          <a:xfrm>
            <a:off x="1236453" y="6074434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 sz="1200">
                <a:solidFill>
                  <a:srgbClr val="000000"/>
                </a:solidFill>
                <a:latin typeface="Calibri"/>
                <a:cs typeface="Arial"/>
              </a:rPr>
              <a:t>Lose concentration during long study sessions</a:t>
            </a:r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 sz="1200">
                <a:ea typeface="Calibri"/>
                <a:cs typeface="Arial"/>
              </a:rPr>
              <a:t>Learnora's method is more engaging &amp; interactive</a:t>
            </a: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5EEA3-BD00-D034-3EAC-558BFFBBE9E2}"/>
              </a:ext>
            </a:extLst>
          </p:cNvPr>
          <p:cNvSpPr txBox="1"/>
          <p:nvPr/>
        </p:nvSpPr>
        <p:spPr>
          <a:xfrm>
            <a:off x="6613585" y="2868283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Calibri"/>
              <a:buChar char="-"/>
            </a:pPr>
            <a:r>
              <a:rPr lang="en-US" sz="1200">
                <a:ea typeface="Calibri" panose="020F0502020204030204"/>
                <a:cs typeface="Arial"/>
              </a:rPr>
              <a:t>Comfortable using AI technology</a:t>
            </a:r>
          </a:p>
          <a:p>
            <a:pPr marL="171450" indent="-171450">
              <a:buFont typeface="Calibri"/>
              <a:buChar char="-"/>
            </a:pPr>
            <a:r>
              <a:rPr lang="en-US" sz="1200">
                <a:ea typeface="Calibri" panose="020F0502020204030204"/>
                <a:cs typeface="Arial"/>
              </a:rPr>
              <a:t>Learnora combines AI features into one focused educational system</a:t>
            </a: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973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s response chart. Question title: Have you ever received incorrect or confusing information from AI?. Number of responses: 73 responses.">
            <a:extLst>
              <a:ext uri="{FF2B5EF4-FFF2-40B4-BE49-F238E27FC236}">
                <a16:creationId xmlns:a16="http://schemas.microsoft.com/office/drawing/2014/main" id="{57B073EC-CAFB-8455-2037-F5C2DE28A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" t="-78" r="26642" b="5323"/>
          <a:stretch>
            <a:fillRect/>
          </a:stretch>
        </p:blipFill>
        <p:spPr>
          <a:xfrm>
            <a:off x="737412" y="1529817"/>
            <a:ext cx="5294716" cy="287978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909078C2-9304-C309-132C-9BC624478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0831" y="1717326"/>
            <a:ext cx="5294715" cy="27135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55277F-440B-A67B-1E4A-F6C7FDA90A8F}"/>
              </a:ext>
            </a:extLst>
          </p:cNvPr>
          <p:cNvSpPr txBox="1"/>
          <p:nvPr/>
        </p:nvSpPr>
        <p:spPr>
          <a:xfrm>
            <a:off x="1492685" y="4420644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 sz="12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General AI purposed tool</a:t>
            </a:r>
          </a:p>
          <a:p>
            <a:pPr marL="285750" indent="-285750">
              <a:buFont typeface="Calibri,Sans-Serif"/>
              <a:buChar char="-"/>
            </a:pPr>
            <a:r>
              <a:rPr lang="en-US" sz="12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Not specified for learning and education</a:t>
            </a:r>
            <a:endParaRPr lang="en-US" sz="1200" b="0" i="0" u="none" strike="noStrike" baseline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A331D-590F-79E8-9171-13CEF8B41E46}"/>
              </a:ext>
            </a:extLst>
          </p:cNvPr>
          <p:cNvSpPr txBox="1"/>
          <p:nvPr/>
        </p:nvSpPr>
        <p:spPr>
          <a:xfrm>
            <a:off x="7045890" y="4504151"/>
            <a:ext cx="6096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 sz="1200">
                <a:solidFill>
                  <a:srgbClr val="000000"/>
                </a:solidFill>
                <a:latin typeface="Calibri"/>
                <a:cs typeface="Arial"/>
              </a:rPr>
              <a:t>Doesn't meet the expectations of the students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7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030245-66F2-36C9-ACD0-C0908F17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095"/>
            <a:ext cx="10515600" cy="1325563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FF"/>
                </a:solidFill>
                <a:ea typeface="Calibri Light"/>
                <a:cs typeface="Calibri Light"/>
              </a:rPr>
              <a:t>Our Solution? </a:t>
            </a:r>
            <a:br>
              <a:rPr lang="en-US">
                <a:solidFill>
                  <a:schemeClr val="bg1"/>
                </a:solidFill>
                <a:ea typeface="Calibri Light"/>
                <a:cs typeface="Calibri Light"/>
              </a:rPr>
            </a:br>
            <a:r>
              <a:rPr lang="en-US">
                <a:solidFill>
                  <a:schemeClr val="bg1"/>
                </a:solidFill>
                <a:ea typeface="Calibri Light"/>
                <a:cs typeface="Calibri Light"/>
              </a:rPr>
              <a:t>Meet Learnora: </a:t>
            </a:r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AI-Powered Learning Simplified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2C6C8-C493-4CC5-BBBE-636D9A72EFF6}"/>
              </a:ext>
            </a:extLst>
          </p:cNvPr>
          <p:cNvSpPr txBox="1"/>
          <p:nvPr/>
        </p:nvSpPr>
        <p:spPr>
          <a:xfrm>
            <a:off x="365871" y="2421071"/>
            <a:ext cx="5338665" cy="3195578"/>
          </a:xfrm>
          <a:prstGeom prst="foldedCorner">
            <a:avLst/>
          </a:prstGeom>
          <a:solidFill>
            <a:srgbClr val="652B91"/>
          </a:solidFill>
          <a:ln w="6350">
            <a:solidFill>
              <a:schemeClr val="tx1">
                <a:alpha val="57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AE3D0-EF37-E0CF-8814-B66BBD5EEE3B}"/>
              </a:ext>
            </a:extLst>
          </p:cNvPr>
          <p:cNvSpPr txBox="1"/>
          <p:nvPr/>
        </p:nvSpPr>
        <p:spPr>
          <a:xfrm>
            <a:off x="502298" y="2453505"/>
            <a:ext cx="50658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Key Features:</a:t>
            </a:r>
          </a:p>
          <a:p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1. Personalized Learning Pathway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2. Smart Deadline Planner 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3. Al Study Assistant 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4. Exam Simulator 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5. Focus &amp; Productivity Support 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6. Unified Learning Platform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742D99-CB90-A5C4-FE51-5919B13B4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592" y="2400656"/>
            <a:ext cx="6015206" cy="31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0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369D-8D93-497C-7507-6657FD5A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B10105A-B8AF-4FBF-C128-B6016A6EDC2C}"/>
              </a:ext>
            </a:extLst>
          </p:cNvPr>
          <p:cNvSpPr/>
          <p:nvPr/>
        </p:nvSpPr>
        <p:spPr>
          <a:xfrm>
            <a:off x="5971689" y="1994063"/>
            <a:ext cx="5843296" cy="3844413"/>
          </a:xfrm>
          <a:prstGeom prst="round2DiagRect">
            <a:avLst/>
          </a:prstGeom>
          <a:solidFill>
            <a:srgbClr val="652B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6998D172-C939-ECFD-356C-A9B0AAB3071F}"/>
              </a:ext>
            </a:extLst>
          </p:cNvPr>
          <p:cNvSpPr/>
          <p:nvPr/>
        </p:nvSpPr>
        <p:spPr>
          <a:xfrm>
            <a:off x="363975" y="1994063"/>
            <a:ext cx="5468650" cy="3844413"/>
          </a:xfrm>
          <a:prstGeom prst="round2DiagRect">
            <a:avLst/>
          </a:prstGeom>
          <a:solidFill>
            <a:srgbClr val="652B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1AE6D-11EA-6A79-3031-2491032FA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280" y="1718440"/>
            <a:ext cx="5478021" cy="439566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Clr>
                <a:srgbClr val="FFFFFF"/>
              </a:buClr>
              <a:buNone/>
            </a:pPr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Traditional Learning Platforms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❌ Generic learning systems</a:t>
            </a:r>
            <a:endParaRPr lang="en-US" sz="32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❌ Static recommendations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❌ Overwhelming information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❌ Limited personalization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33BEB44-0C7E-18EC-2011-E39A926A97EA}"/>
              </a:ext>
            </a:extLst>
          </p:cNvPr>
          <p:cNvSpPr txBox="1">
            <a:spLocks/>
          </p:cNvSpPr>
          <p:nvPr/>
        </p:nvSpPr>
        <p:spPr>
          <a:xfrm>
            <a:off x="505846" y="731969"/>
            <a:ext cx="10360958" cy="53486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Why AI is essential globally?</a:t>
            </a:r>
            <a:endParaRPr lang="en-US">
              <a:solidFill>
                <a:schemeClr val="bg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B714DD-55C2-4F70-0DCD-8510943D2F54}"/>
              </a:ext>
            </a:extLst>
          </p:cNvPr>
          <p:cNvSpPr txBox="1">
            <a:spLocks/>
          </p:cNvSpPr>
          <p:nvPr/>
        </p:nvSpPr>
        <p:spPr>
          <a:xfrm>
            <a:off x="6091785" y="2155193"/>
            <a:ext cx="5936111" cy="35221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Learnora Helps By: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✅ Natural language interaction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✅ Smart </a:t>
            </a:r>
            <a:r>
              <a:rPr lang="en-US" sz="3200" err="1">
                <a:solidFill>
                  <a:schemeClr val="bg1"/>
                </a:solidFill>
                <a:ea typeface="+mn-lt"/>
                <a:cs typeface="+mn-lt"/>
              </a:rPr>
              <a:t>ontext</a:t>
            </a: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-aware planning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✅ Personalized study support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✅ Adaptive learning experience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319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B434-5F5D-2C24-905E-034F0028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484" y="251334"/>
            <a:ext cx="6249032" cy="539650"/>
          </a:xfrm>
        </p:spPr>
        <p:txBody>
          <a:bodyPr>
            <a:no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Architecture of Learnora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D7D54-8A39-3A5D-E377-07A185D8E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8"/>
          <a:stretch>
            <a:fillRect/>
          </a:stretch>
        </p:blipFill>
        <p:spPr>
          <a:xfrm>
            <a:off x="335280" y="924560"/>
            <a:ext cx="11521440" cy="5758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1883C-1D63-7BCE-965F-030827F14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477" y="6018516"/>
            <a:ext cx="533446" cy="48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9550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2A73EA-351B-B8F1-B5F5-5C9AA0C81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49" y="681038"/>
            <a:ext cx="9163050" cy="5495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606ACD-64B2-3BDC-6782-E03D16F20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588" y="5322552"/>
            <a:ext cx="495343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5783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4ABEBAE7-278C-4070-5441-BFD7B237BF85}"/>
              </a:ext>
            </a:extLst>
          </p:cNvPr>
          <p:cNvSpPr/>
          <p:nvPr/>
        </p:nvSpPr>
        <p:spPr>
          <a:xfrm>
            <a:off x="6096000" y="331767"/>
            <a:ext cx="5584740" cy="4254704"/>
          </a:xfrm>
          <a:prstGeom prst="snip1Rect">
            <a:avLst/>
          </a:prstGeom>
          <a:solidFill>
            <a:srgbClr val="652B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96D2C-E922-4B03-9FDA-F2A3F376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977" y="1675034"/>
            <a:ext cx="4493042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Impact of Learnora</a:t>
            </a:r>
            <a:endParaRPr lang="en-US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DD1C-4CB7-291F-227F-DFE3A3B9D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8401" y="437298"/>
            <a:ext cx="5584740" cy="414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</a:rPr>
              <a:t>Individual Impact (Household)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🎓Personalized learning experience</a:t>
            </a:r>
          </a:p>
          <a:p>
            <a:r>
              <a:rPr lang="en-US" sz="2400">
                <a:solidFill>
                  <a:schemeClr val="bg1"/>
                </a:solidFill>
              </a:rPr>
              <a:t>🤖AI support anytime, anywhere</a:t>
            </a:r>
          </a:p>
          <a:p>
            <a:r>
              <a:rPr lang="en-US" sz="2400">
                <a:solidFill>
                  <a:schemeClr val="bg1"/>
                </a:solidFill>
              </a:rPr>
              <a:t>⏱️Improved focus and productivity</a:t>
            </a:r>
            <a:br>
              <a:rPr lang="en-US" sz="2400">
                <a:solidFill>
                  <a:schemeClr val="bg1"/>
                </a:solidFill>
              </a:rPr>
            </a:br>
            <a:endParaRPr lang="en-US" sz="24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</a:rPr>
              <a:t>Institutional Impact (Commercial)</a:t>
            </a:r>
            <a:endParaRPr lang="en-US" sz="2400">
              <a:solidFill>
                <a:schemeClr val="bg1"/>
              </a:solidFill>
            </a:endParaRPr>
          </a:p>
          <a:p>
            <a:pPr marL="230400" indent="-230400"/>
            <a:r>
              <a:rPr lang="en-US" sz="2400">
                <a:solidFill>
                  <a:schemeClr val="bg1"/>
                </a:solidFill>
              </a:rPr>
              <a:t>🌐Scalable AI learning ecosystem</a:t>
            </a:r>
          </a:p>
          <a:p>
            <a:pPr marL="230400" indent="-230400"/>
            <a:r>
              <a:rPr lang="en-US" sz="2400">
                <a:solidFill>
                  <a:schemeClr val="bg1"/>
                </a:solidFill>
              </a:rPr>
              <a:t>🏫Integration with schools/universities</a:t>
            </a:r>
          </a:p>
          <a:p>
            <a:pPr marL="230400" indent="-230400"/>
            <a:r>
              <a:rPr lang="en-US" sz="2400">
                <a:solidFill>
                  <a:schemeClr val="bg1"/>
                </a:solidFill>
              </a:rPr>
              <a:t>📊Data‑driven insights for educators</a:t>
            </a:r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EBA75A52-B35A-B9C8-3986-536826894888}"/>
              </a:ext>
            </a:extLst>
          </p:cNvPr>
          <p:cNvSpPr/>
          <p:nvPr/>
        </p:nvSpPr>
        <p:spPr>
          <a:xfrm>
            <a:off x="891103" y="4746428"/>
            <a:ext cx="4601515" cy="1809094"/>
          </a:xfrm>
          <a:prstGeom prst="snip1Rect">
            <a:avLst/>
          </a:prstGeom>
          <a:solidFill>
            <a:srgbClr val="652B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92CF4F3-B1B5-48E0-AEE9-41D8E17CCC91}"/>
              </a:ext>
            </a:extLst>
          </p:cNvPr>
          <p:cNvSpPr txBox="1">
            <a:spLocks/>
          </p:cNvSpPr>
          <p:nvPr/>
        </p:nvSpPr>
        <p:spPr>
          <a:xfrm>
            <a:off x="7214428" y="5088581"/>
            <a:ext cx="3347884" cy="112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chemeClr val="bg1"/>
                </a:solidFill>
              </a:rPr>
              <a:t>Future Vision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8ED966B-4E9F-642F-D7CB-F5A44D292ACB}"/>
              </a:ext>
            </a:extLst>
          </p:cNvPr>
          <p:cNvSpPr txBox="1">
            <a:spLocks/>
          </p:cNvSpPr>
          <p:nvPr/>
        </p:nvSpPr>
        <p:spPr>
          <a:xfrm>
            <a:off x="1043504" y="4822462"/>
            <a:ext cx="4601515" cy="1809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🌐 Multilingual access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🎧 Advanced learning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🏫 Institutional integration</a:t>
            </a:r>
          </a:p>
        </p:txBody>
      </p:sp>
    </p:spTree>
    <p:extLst>
      <p:ext uri="{BB962C8B-B14F-4D97-AF65-F5344CB8AC3E}">
        <p14:creationId xmlns:p14="http://schemas.microsoft.com/office/powerpoint/2010/main" val="206628181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E1792B6F-D2CF-FA27-BFE1-533F5F25CA74}"/>
              </a:ext>
            </a:extLst>
          </p:cNvPr>
          <p:cNvSpPr/>
          <p:nvPr/>
        </p:nvSpPr>
        <p:spPr>
          <a:xfrm>
            <a:off x="7165912" y="2090058"/>
            <a:ext cx="4129910" cy="2090057"/>
          </a:xfrm>
          <a:prstGeom prst="round2DiagRect">
            <a:avLst/>
          </a:prstGeom>
          <a:solidFill>
            <a:srgbClr val="652B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D60E2-6692-B3A4-C6DE-284215FB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Why </a:t>
            </a:r>
            <a:r>
              <a:rPr lang="en-US" b="1" err="1">
                <a:solidFill>
                  <a:schemeClr val="bg1"/>
                </a:solidFill>
                <a:ea typeface="Calibri Light"/>
                <a:cs typeface="Calibri Light"/>
              </a:rPr>
              <a:t>Learnora</a:t>
            </a:r>
            <a:r>
              <a:rPr lang="en-US" b="1">
                <a:solidFill>
                  <a:schemeClr val="bg1"/>
                </a:solidFill>
                <a:ea typeface="Calibri Light"/>
                <a:cs typeface="Calibri Light"/>
              </a:rPr>
              <a:t> 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4262-045F-31CE-7B8E-E7438DFC5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3555" y="2361618"/>
            <a:ext cx="3742267" cy="1585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Smart (AI–powered)</a:t>
            </a:r>
          </a:p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Scalable Innovation</a:t>
            </a:r>
          </a:p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Adaptive Learning 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A55635-7E31-40D7-A073-E896E2A35203}"/>
              </a:ext>
            </a:extLst>
          </p:cNvPr>
          <p:cNvSpPr/>
          <p:nvPr/>
        </p:nvSpPr>
        <p:spPr>
          <a:xfrm>
            <a:off x="1587500" y="5286568"/>
            <a:ext cx="9016999" cy="1003300"/>
          </a:xfrm>
          <a:prstGeom prst="roundRect">
            <a:avLst/>
          </a:prstGeom>
          <a:solidFill>
            <a:srgbClr val="652B91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  <a:ea typeface="+mn-lt"/>
                <a:cs typeface="+mn-lt"/>
              </a:rPr>
              <a:t>“Where technology doesn’t replace learning, but improves the way students understand, engage, and grow through learning.”</a:t>
            </a:r>
            <a:r>
              <a:rPr lang="en-US" sz="2400">
                <a:ea typeface="Calibri"/>
                <a:cs typeface="Calibri"/>
              </a:rPr>
              <a:t>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2420F2-9A95-5135-52B2-50B850CD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87" y="2432826"/>
            <a:ext cx="1219200" cy="1219200"/>
          </a:xfrm>
          <a:prstGeom prst="rect">
            <a:avLst/>
          </a:prstGeom>
        </p:spPr>
      </p:pic>
      <p:pic>
        <p:nvPicPr>
          <p:cNvPr id="11" name="Picture 10" descr="Smart Affordable Scalable icons">
            <a:extLst>
              <a:ext uri="{FF2B5EF4-FFF2-40B4-BE49-F238E27FC236}">
                <a16:creationId xmlns:a16="http://schemas.microsoft.com/office/drawing/2014/main" id="{8D36FE5E-1752-F06F-990A-F4705EF320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11" t="31860" r="67137" b="42368"/>
          <a:stretch>
            <a:fillRect/>
          </a:stretch>
        </p:blipFill>
        <p:spPr>
          <a:xfrm>
            <a:off x="1385958" y="2451488"/>
            <a:ext cx="1791905" cy="1219200"/>
          </a:xfrm>
          <a:prstGeom prst="rect">
            <a:avLst/>
          </a:prstGeom>
        </p:spPr>
      </p:pic>
      <p:pic>
        <p:nvPicPr>
          <p:cNvPr id="13" name="Picture 12" descr="Smart Affordable Scalable icons">
            <a:extLst>
              <a:ext uri="{FF2B5EF4-FFF2-40B4-BE49-F238E27FC236}">
                <a16:creationId xmlns:a16="http://schemas.microsoft.com/office/drawing/2014/main" id="{948EBC88-0C30-5095-045A-38284F394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614" t="27944" r="6134" b="41047"/>
          <a:stretch>
            <a:fillRect/>
          </a:stretch>
        </p:blipFill>
        <p:spPr>
          <a:xfrm>
            <a:off x="3177863" y="2379644"/>
            <a:ext cx="1619204" cy="13255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AB4CED-D8F2-C0E4-14A4-75A4F1E82465}"/>
              </a:ext>
            </a:extLst>
          </p:cNvPr>
          <p:cNvSpPr txBox="1"/>
          <p:nvPr/>
        </p:nvSpPr>
        <p:spPr>
          <a:xfrm>
            <a:off x="1855695" y="3687865"/>
            <a:ext cx="78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Smart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FF32FE-4BB5-7A01-1FB1-48AD06200D6D}"/>
              </a:ext>
            </a:extLst>
          </p:cNvPr>
          <p:cNvSpPr txBox="1"/>
          <p:nvPr/>
        </p:nvSpPr>
        <p:spPr>
          <a:xfrm>
            <a:off x="3564572" y="3705206"/>
            <a:ext cx="976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Scalable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068C86-AA59-2F81-308D-9B91584EE462}"/>
              </a:ext>
            </a:extLst>
          </p:cNvPr>
          <p:cNvSpPr txBox="1"/>
          <p:nvPr/>
        </p:nvSpPr>
        <p:spPr>
          <a:xfrm>
            <a:off x="5181348" y="3705206"/>
            <a:ext cx="104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Adaptive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6504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ting Card A6 Art Card 260gsm Digital Print - 2 side [Ready Design - Thank You ]">
            <a:extLst>
              <a:ext uri="{FF2B5EF4-FFF2-40B4-BE49-F238E27FC236}">
                <a16:creationId xmlns:a16="http://schemas.microsoft.com/office/drawing/2014/main" id="{6D50A4C4-0246-E0C2-402D-B73DEFC0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60" t="21497" r="6790" b="32811"/>
          <a:stretch>
            <a:fillRect/>
          </a:stretch>
        </p:blipFill>
        <p:spPr>
          <a:xfrm>
            <a:off x="1601990" y="1694180"/>
            <a:ext cx="8988020" cy="346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2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296</Words>
  <Application>Microsoft Office PowerPoint</Application>
  <PresentationFormat>Widescreen</PresentationFormat>
  <Paragraphs>65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Calibri,Sans-Serif</vt:lpstr>
      <vt:lpstr>Office 2013 - 2022 Theme</vt:lpstr>
      <vt:lpstr>Learnora</vt:lpstr>
      <vt:lpstr>INTRODUCTION</vt:lpstr>
      <vt:lpstr>PowerPoint Presentation</vt:lpstr>
      <vt:lpstr>PowerPoint Presentation</vt:lpstr>
      <vt:lpstr>Our Solution?  Meet Learnora: AI-Powered Learning Simplified</vt:lpstr>
      <vt:lpstr>PowerPoint Presentation</vt:lpstr>
      <vt:lpstr>Architecture of Learnora </vt:lpstr>
      <vt:lpstr>PowerPoint Presentation</vt:lpstr>
      <vt:lpstr>Impact of Learnora</vt:lpstr>
      <vt:lpstr>Why Learnora 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KIRUTHIK  PRANAV KUNU  VIJAYAKUMAR</dc:creator>
  <cp:lastModifiedBy>KIRUTHIK  PRANAV KUNU  VIJAYAKUMAR</cp:lastModifiedBy>
  <cp:revision>2</cp:revision>
  <dcterms:created xsi:type="dcterms:W3CDTF">2026-05-16T15:30:21Z</dcterms:created>
  <dcterms:modified xsi:type="dcterms:W3CDTF">2026-05-20T14:42:15Z</dcterms:modified>
</cp:coreProperties>
</file>